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45D805-D9BE-45D7-981B-D1E82A2CD7A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F1CB2C-D79D-45BE-BC4C-DB49EA7C6F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355283-BC81-483E-8234-52B8AFD717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D2782F-93AB-4CCD-9713-DA302A6EB6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A183FE-6AFC-46D0-B4DC-559670D889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DEE985-198E-4C83-BA82-17E8722F2B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CA5E1D-E28F-49C9-A7C2-99C4A53D18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011C1C-0090-455B-8E42-E820AA4443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3B6F02-FC8D-4657-A7DC-5236D9E1D9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A4742C-D456-4251-862A-CB59273918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B9DD37-8DF7-4197-8E21-65C1607995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B90B8F-5EE0-45E7-8DFB-65C14B328F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8D6A8E-C2FA-4B8F-A73A-AEF2827D03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0F57E4-502C-461E-A6E3-EFFDFF83E5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728411-74E0-4B18-92FE-94170258C6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404F6E-316A-42AF-BB51-2F13042A01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995018-7AD7-463B-BF54-154D332189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FB400B-4F3D-48CB-9C24-F04AB722BE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2B91DC-99CA-4376-BA0F-38D8C0EAF3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EFF527-9A29-4234-8A69-349F6DED25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6FF90B-0DD1-4468-B4DE-78CB968193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F4B987-3813-4A36-A660-AE0122B86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150814-18F6-44B9-B776-D757C14E32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BEFFB4-140F-4D1F-9130-1089EF31D5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B1A177-9872-458D-B48A-7035B7750D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E2A1F0-1800-4F6D-A10C-74887AF244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41C250-8CCB-41A4-A814-46BE5B10E6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AEE94D-0052-4F8E-9312-9E20122D03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9550FB-90B5-444E-BC21-8D5267E64D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75AA54-D8BB-4FF4-ACF7-63CDE20AFC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52C2BC-84C4-4B91-9C15-AB949C7AFC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65CEC1-8399-4152-B8C9-DF494DE524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924609-5EE8-4D89-8CC5-6A422DCA28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D5262B-4D1E-40B1-AFD1-75EE81A89C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0A8E5B-8F87-4040-A099-BDBC6DD04C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28B411-38B4-462D-9169-365F30939C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91C17E-4806-40D5-9C4A-25A28082C7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BBE2F3-3117-4AE6-8C51-6DFDF5B554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D27BA7-09EC-439D-981A-407FD1811F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B1DFD0-22FE-42A3-9A6E-5D3A451E60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B5879E-FD10-47AB-AEE7-9DCC2CC2A9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6B4551-EAD4-4346-9622-9C8F0FB34A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A391AF-0FE7-47AB-8A80-FB83CB9A43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3E0BA0-7CA0-4370-9D2A-B166839F45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25183E-B046-49CA-93AE-690BE5C6CF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249F29-4F11-4E9C-A41D-483CE595A2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2885DF-40FC-4B69-A040-5EC5D5C930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880250-4FDE-4F7E-AD28-ABD5000B6E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6A773C-9B3D-41A8-B9D9-12AE0000A1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45000"/>
            </a:srgbClr>
          </a:solidFill>
          <a:ln w="12700">
            <a:solidFill>
              <a:srgbClr val="4C11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/>
          <p:cNvPicPr/>
          <p:nvPr/>
        </p:nvPicPr>
        <p:blipFill>
          <a:blip r:embed="rId1"/>
          <a:stretch/>
        </p:blipFill>
        <p:spPr>
          <a:xfrm>
            <a:off x="685800" y="457200"/>
            <a:ext cx="2651400" cy="93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Shape 5"/>
          <p:cNvSpPr/>
          <p:nvPr/>
        </p:nvSpPr>
        <p:spPr>
          <a:xfrm>
            <a:off x="713160" y="2331720"/>
            <a:ext cx="393156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13160" y="23317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CALCULUS III  ·  AI &amp; ML PLAYGROUND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58440" y="278892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Calculus III: Gradients &amp; Curvature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13160" y="37033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Partial derivatives, the gradient, Jacobian &amp; Hessian, convexity and saddle points — by hand and in Python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713160" y="457200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46634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CodeByPaxto: The AI &amp; ML Playground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13160" y="50018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Hafiz Waseem Ahmed (Paxto)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48640" y="137160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731520" y="1517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731520" y="1517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1234440" y="1371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Functions of several variables — surfaces and contour maps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7"/>
          <p:cNvSpPr/>
          <p:nvPr/>
        </p:nvSpPr>
        <p:spPr>
          <a:xfrm>
            <a:off x="548640" y="208476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8"/>
          <p:cNvSpPr/>
          <p:nvPr/>
        </p:nvSpPr>
        <p:spPr>
          <a:xfrm>
            <a:off x="731520" y="223128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731520" y="223128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1234440" y="2084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Partial derivatives — nudging one weight at a time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548640" y="279792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731520" y="2944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731520" y="2944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234440" y="2797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gradient — the direction of steepest ascent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548640" y="351144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731520" y="365760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731520" y="365760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234440" y="351144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Jacobian and Hessian — matrices of derivatives and curvature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548640" y="422460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0"/>
          <p:cNvSpPr/>
          <p:nvPr/>
        </p:nvSpPr>
        <p:spPr>
          <a:xfrm>
            <a:off x="731520" y="437076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31520" y="437076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1234440" y="422460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Convexity, minima and saddle points — shapes of loss surfaces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3"/>
          <p:cNvSpPr/>
          <p:nvPr/>
        </p:nvSpPr>
        <p:spPr>
          <a:xfrm>
            <a:off x="548640" y="493776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4"/>
          <p:cNvSpPr/>
          <p:nvPr/>
        </p:nvSpPr>
        <p:spPr>
          <a:xfrm>
            <a:off x="731520" y="508392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731520" y="508392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1234440" y="493776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preview of gradient descent — walking downhill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7"/>
          <p:cNvSpPr/>
          <p:nvPr/>
        </p:nvSpPr>
        <p:spPr>
          <a:xfrm>
            <a:off x="548640" y="5650920"/>
            <a:ext cx="11109600" cy="6030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8"/>
          <p:cNvSpPr/>
          <p:nvPr/>
        </p:nvSpPr>
        <p:spPr>
          <a:xfrm>
            <a:off x="731520" y="5797440"/>
            <a:ext cx="310680" cy="31068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731520" y="5797440"/>
            <a:ext cx="310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1234440" y="5650920"/>
            <a:ext cx="101494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Tasks and a mini project: a gradient lab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Functions of Several Variables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Real models have many weights — so a loss is a function of many inputs at once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From One Input to Many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x,y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 loss depends on every weight together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Calculus I and II, f depended on one variable x.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model’s loss depends on many weights: L(w₁, w₂, …, wₙ).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With two inputs the output is a height: f(x, y) is a surface over the xy-plane.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With millions of weights we cannot picture it — but the maths is the same.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Functions of Two Variables in Python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function can take several arguments.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NumPy broadcasting evaluates a whole grid at once.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Pairs (x, y) are just a 2-element vector — linear algebra again.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f(x, y):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return x**2 + y**2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print(f(3, 4))            # 25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a grid of inputs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xs = np.linspace(-2, 2, 5)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X, Y = np.meshgrid(xs, xs)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print(f(X, Y).shape)      # (5, 5)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print(f(0, 0))            # 0  (lowest point)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Reading a Contour 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4"/>
          <p:cNvSpPr/>
          <p:nvPr/>
        </p:nvSpPr>
        <p:spPr>
          <a:xfrm flipV="1">
            <a:off x="2743200" y="1783080"/>
            <a:ext cx="360" cy="36576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914400" y="3611880"/>
            <a:ext cx="36576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2377440" y="3246120"/>
            <a:ext cx="731160" cy="731160"/>
          </a:xfrm>
          <a:prstGeom prst="ellipse">
            <a:avLst/>
          </a:prstGeom>
          <a:noFill/>
          <a:ln w="254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7"/>
          <p:cNvSpPr/>
          <p:nvPr/>
        </p:nvSpPr>
        <p:spPr>
          <a:xfrm>
            <a:off x="2011680" y="2880360"/>
            <a:ext cx="1462680" cy="1462680"/>
          </a:xfrm>
          <a:prstGeom prst="ellipse">
            <a:avLst/>
          </a:prstGeom>
          <a:noFill/>
          <a:ln w="25400">
            <a:solidFill>
              <a:srgbClr val="BFB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"/>
          <p:cNvSpPr/>
          <p:nvPr/>
        </p:nvSpPr>
        <p:spPr>
          <a:xfrm>
            <a:off x="1645920" y="2514600"/>
            <a:ext cx="2194200" cy="2194200"/>
          </a:xfrm>
          <a:prstGeom prst="ellipse">
            <a:avLst/>
          </a:prstGeom>
          <a:noFill/>
          <a:ln w="254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1280160" y="2148840"/>
            <a:ext cx="2925720" cy="2925720"/>
          </a:xfrm>
          <a:prstGeom prst="ellipse">
            <a:avLst/>
          </a:prstGeom>
          <a:noFill/>
          <a:ln w="25400">
            <a:solidFill>
              <a:srgbClr val="BFBD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0"/>
          <p:cNvSpPr/>
          <p:nvPr/>
        </p:nvSpPr>
        <p:spPr>
          <a:xfrm>
            <a:off x="2688480" y="3557160"/>
            <a:ext cx="109440" cy="109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4846320" y="21945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Cantarell"/>
                <a:ea typeface="Cantarell"/>
              </a:rPr>
              <a:t>f(x, y) = x² + y²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4846320" y="269748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Each ring joins points of equal height. The centre dot is the lowest point; the outer ring is f = 16.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3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A bowl seen from above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Rings are level curves: every point on a ring has the same f value.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Close rings = steep slope; wide rings = gentle slope.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Inner rings are low; outer rings are high.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Loss surfaces are drawn exactly this way.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Several Variables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Evaluate f(x, y) = x² + 3y at (2, 1) and (0, 2).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a loss L(w, b) a function of how many variables?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 a contour map, what does a tight cluster of rings mean?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build a 5 × 5 meshgrid and evaluate x² − y² on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Partial Derivatives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Change one input, freeze the rest — the building block of every gradient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Partial Derivative?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slope in one direction, all else held still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f(x, y), ∂f/∂x asks: how fast does f change if only x moves?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Treat every other variable as a constant while differentiating.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the same rules as before: power, product, chain.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ML, ∂L/∂wᵢ is the sensitivity of the loss to one weight.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Partial Derivative Notation &amp; Recipe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∂ (a “curly d”) signals more than one variable.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Freeze y → differentiate in x; freeze x → differentiate in 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Each partial is a normal derivative of a slice.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for f(x, y)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∂f/∂x  =  slope along x  (y frozen)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∂f/∂y  =  slope along y  (x frozen)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recipe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1. pick one variable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2. treat all others as constants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3. differentiate with the usual rules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example: f = x²y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∂f/∂x = 2xy      ∂f/∂y = x²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Partials Worked: f(x, y) = x²y + 3y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∂f/∂x : treat y as a constant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x²y → 2xy        3y →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∂f/∂x = 2xy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∂f/∂y : treat x as a constant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x²y → x²          3y →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∂f/∂y = x² + 3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(2, 1):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∂f/∂x = 2·2·1 =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∂f/∂y = 2² + 3 = 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x, y = sp.symbols("x y")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x**2 * y + 3*y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fx = sp.diff(f, x)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fy = sp.diff(f, y)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print(fx, fy)         # 2*x*y  x**2 + 3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print(fx.subs({x: 2, y: 1}))   # 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print(fy.subs({x: 2, y: 1}))   # 7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numerical check of ∂f/∂x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lambda a, b: a**2*b + 3*b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print((F(2.00001, 1) - F(2, 1)) / 1e-5)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≈ 4.00001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Freezing y: A Slice of the Surface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 flipV="1">
            <a:off x="109728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 flipV="1">
            <a:off x="201168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6"/>
          <p:cNvSpPr/>
          <p:nvPr/>
        </p:nvSpPr>
        <p:spPr>
          <a:xfrm flipV="1">
            <a:off x="292608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 flipV="1">
            <a:off x="475488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"/>
          <p:cNvSpPr/>
          <p:nvPr/>
        </p:nvSpPr>
        <p:spPr>
          <a:xfrm flipV="1">
            <a:off x="566928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9"/>
          <p:cNvSpPr/>
          <p:nvPr/>
        </p:nvSpPr>
        <p:spPr>
          <a:xfrm flipV="1">
            <a:off x="6583680" y="1783080"/>
            <a:ext cx="360" cy="411480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0"/>
          <p:cNvSpPr/>
          <p:nvPr/>
        </p:nvSpPr>
        <p:spPr>
          <a:xfrm>
            <a:off x="1097280" y="589788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1097280" y="507492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1097280" y="466344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1097280" y="425196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1097280" y="384048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1097280" y="342900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6"/>
          <p:cNvSpPr/>
          <p:nvPr/>
        </p:nvSpPr>
        <p:spPr>
          <a:xfrm>
            <a:off x="1097280" y="301752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7"/>
          <p:cNvSpPr/>
          <p:nvPr/>
        </p:nvSpPr>
        <p:spPr>
          <a:xfrm>
            <a:off x="1097280" y="260604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8"/>
          <p:cNvSpPr/>
          <p:nvPr/>
        </p:nvSpPr>
        <p:spPr>
          <a:xfrm>
            <a:off x="1097280" y="219456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9"/>
          <p:cNvSpPr/>
          <p:nvPr/>
        </p:nvSpPr>
        <p:spPr>
          <a:xfrm>
            <a:off x="1097280" y="1783080"/>
            <a:ext cx="5486400" cy="360"/>
          </a:xfrm>
          <a:prstGeom prst="line">
            <a:avLst/>
          </a:prstGeom>
          <a:ln w="9525">
            <a:solidFill>
              <a:srgbClr val="E4E2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0"/>
          <p:cNvSpPr/>
          <p:nvPr/>
        </p:nvSpPr>
        <p:spPr>
          <a:xfrm flipV="1">
            <a:off x="3840480" y="1783080"/>
            <a:ext cx="360" cy="41148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1"/>
          <p:cNvSpPr/>
          <p:nvPr/>
        </p:nvSpPr>
        <p:spPr>
          <a:xfrm>
            <a:off x="1097280" y="5486400"/>
            <a:ext cx="54864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2"/>
          <p:cNvSpPr/>
          <p:nvPr/>
        </p:nvSpPr>
        <p:spPr>
          <a:xfrm>
            <a:off x="1280160" y="1848600"/>
            <a:ext cx="36360" cy="91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3"/>
          <p:cNvSpPr/>
          <p:nvPr/>
        </p:nvSpPr>
        <p:spPr>
          <a:xfrm>
            <a:off x="1316520" y="1940400"/>
            <a:ext cx="36720" cy="90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4"/>
          <p:cNvSpPr/>
          <p:nvPr/>
        </p:nvSpPr>
        <p:spPr>
          <a:xfrm>
            <a:off x="1353240" y="2030400"/>
            <a:ext cx="36360" cy="88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920" rIns="90000" bIns="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5"/>
          <p:cNvSpPr/>
          <p:nvPr/>
        </p:nvSpPr>
        <p:spPr>
          <a:xfrm>
            <a:off x="1389600" y="2119320"/>
            <a:ext cx="36720" cy="87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480" rIns="90000" bIns="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6"/>
          <p:cNvSpPr/>
          <p:nvPr/>
        </p:nvSpPr>
        <p:spPr>
          <a:xfrm>
            <a:off x="1426320" y="2206800"/>
            <a:ext cx="36720" cy="86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1400" rIns="90000" bIns="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7"/>
          <p:cNvSpPr/>
          <p:nvPr/>
        </p:nvSpPr>
        <p:spPr>
          <a:xfrm>
            <a:off x="1463040" y="2293200"/>
            <a:ext cx="36360" cy="84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9960" rIns="90000" bIns="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8"/>
          <p:cNvSpPr/>
          <p:nvPr/>
        </p:nvSpPr>
        <p:spPr>
          <a:xfrm>
            <a:off x="1499400" y="2378160"/>
            <a:ext cx="36720" cy="83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520" rIns="90000" bIns="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9"/>
          <p:cNvSpPr/>
          <p:nvPr/>
        </p:nvSpPr>
        <p:spPr>
          <a:xfrm>
            <a:off x="1536120" y="2461680"/>
            <a:ext cx="36360" cy="82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0"/>
          <p:cNvSpPr/>
          <p:nvPr/>
        </p:nvSpPr>
        <p:spPr>
          <a:xfrm>
            <a:off x="1572480" y="2544120"/>
            <a:ext cx="36720" cy="81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00" rIns="90000" bIns="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1"/>
          <p:cNvSpPr/>
          <p:nvPr/>
        </p:nvSpPr>
        <p:spPr>
          <a:xfrm>
            <a:off x="1609200" y="2625120"/>
            <a:ext cx="36720" cy="79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560" rIns="90000" bIns="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2"/>
          <p:cNvSpPr/>
          <p:nvPr/>
        </p:nvSpPr>
        <p:spPr>
          <a:xfrm>
            <a:off x="1645920" y="2704680"/>
            <a:ext cx="36360" cy="78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3120" rIns="90000" bIns="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3"/>
          <p:cNvSpPr/>
          <p:nvPr/>
        </p:nvSpPr>
        <p:spPr>
          <a:xfrm>
            <a:off x="1682280" y="2782800"/>
            <a:ext cx="36720" cy="77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040" rIns="90000" bIns="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4"/>
          <p:cNvSpPr/>
          <p:nvPr/>
        </p:nvSpPr>
        <p:spPr>
          <a:xfrm>
            <a:off x="1719000" y="2859840"/>
            <a:ext cx="36360" cy="75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960" rIns="90000" bIns="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5"/>
          <p:cNvSpPr/>
          <p:nvPr/>
        </p:nvSpPr>
        <p:spPr>
          <a:xfrm>
            <a:off x="1755360" y="2935800"/>
            <a:ext cx="36720" cy="74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9160" rIns="90000" bIns="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6"/>
          <p:cNvSpPr/>
          <p:nvPr/>
        </p:nvSpPr>
        <p:spPr>
          <a:xfrm>
            <a:off x="1792080" y="3009960"/>
            <a:ext cx="36720" cy="73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7"/>
          <p:cNvSpPr/>
          <p:nvPr/>
        </p:nvSpPr>
        <p:spPr>
          <a:xfrm>
            <a:off x="1828800" y="3083040"/>
            <a:ext cx="36360" cy="72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8"/>
          <p:cNvSpPr/>
          <p:nvPr/>
        </p:nvSpPr>
        <p:spPr>
          <a:xfrm>
            <a:off x="1865160" y="3155040"/>
            <a:ext cx="36720" cy="70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5200" rIns="90000" bIns="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9"/>
          <p:cNvSpPr/>
          <p:nvPr/>
        </p:nvSpPr>
        <p:spPr>
          <a:xfrm>
            <a:off x="1901880" y="3225240"/>
            <a:ext cx="36360" cy="69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120" rIns="90000" bIns="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0"/>
          <p:cNvSpPr/>
          <p:nvPr/>
        </p:nvSpPr>
        <p:spPr>
          <a:xfrm>
            <a:off x="1938240" y="3294360"/>
            <a:ext cx="36720" cy="68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040" rIns="90000" bIns="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1"/>
          <p:cNvSpPr/>
          <p:nvPr/>
        </p:nvSpPr>
        <p:spPr>
          <a:xfrm>
            <a:off x="1974960" y="3362400"/>
            <a:ext cx="36720" cy="66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2"/>
          <p:cNvSpPr/>
          <p:nvPr/>
        </p:nvSpPr>
        <p:spPr>
          <a:xfrm>
            <a:off x="2011680" y="3429000"/>
            <a:ext cx="36360" cy="65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160" rIns="90000" bIns="20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3"/>
          <p:cNvSpPr/>
          <p:nvPr/>
        </p:nvSpPr>
        <p:spPr>
          <a:xfrm>
            <a:off x="2048040" y="3494160"/>
            <a:ext cx="36720" cy="63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4"/>
          <p:cNvSpPr/>
          <p:nvPr/>
        </p:nvSpPr>
        <p:spPr>
          <a:xfrm>
            <a:off x="2084760" y="3557880"/>
            <a:ext cx="36360" cy="62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45"/>
          <p:cNvSpPr/>
          <p:nvPr/>
        </p:nvSpPr>
        <p:spPr>
          <a:xfrm>
            <a:off x="2121120" y="3620520"/>
            <a:ext cx="36720" cy="61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6"/>
          <p:cNvSpPr/>
          <p:nvPr/>
        </p:nvSpPr>
        <p:spPr>
          <a:xfrm>
            <a:off x="2157840" y="3681720"/>
            <a:ext cx="36720" cy="59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760" rIns="90000" bIns="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7"/>
          <p:cNvSpPr/>
          <p:nvPr/>
        </p:nvSpPr>
        <p:spPr>
          <a:xfrm>
            <a:off x="2194560" y="3741480"/>
            <a:ext cx="36360" cy="58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48"/>
          <p:cNvSpPr/>
          <p:nvPr/>
        </p:nvSpPr>
        <p:spPr>
          <a:xfrm>
            <a:off x="2230920" y="3800160"/>
            <a:ext cx="36720" cy="57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9"/>
          <p:cNvSpPr/>
          <p:nvPr/>
        </p:nvSpPr>
        <p:spPr>
          <a:xfrm>
            <a:off x="2267640" y="3857400"/>
            <a:ext cx="36360" cy="55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50"/>
          <p:cNvSpPr/>
          <p:nvPr/>
        </p:nvSpPr>
        <p:spPr>
          <a:xfrm>
            <a:off x="2304000" y="3913200"/>
            <a:ext cx="36720" cy="54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51"/>
          <p:cNvSpPr/>
          <p:nvPr/>
        </p:nvSpPr>
        <p:spPr>
          <a:xfrm>
            <a:off x="2340720" y="3967920"/>
            <a:ext cx="36720" cy="53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280" rIns="90000" bIns="8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2"/>
          <p:cNvSpPr/>
          <p:nvPr/>
        </p:nvSpPr>
        <p:spPr>
          <a:xfrm>
            <a:off x="2377440" y="4021200"/>
            <a:ext cx="36360" cy="52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3"/>
          <p:cNvSpPr/>
          <p:nvPr/>
        </p:nvSpPr>
        <p:spPr>
          <a:xfrm>
            <a:off x="2413800" y="4073400"/>
            <a:ext cx="36720" cy="50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54"/>
          <p:cNvSpPr/>
          <p:nvPr/>
        </p:nvSpPr>
        <p:spPr>
          <a:xfrm>
            <a:off x="2450520" y="4124160"/>
            <a:ext cx="36360" cy="49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55"/>
          <p:cNvSpPr/>
          <p:nvPr/>
        </p:nvSpPr>
        <p:spPr>
          <a:xfrm>
            <a:off x="2486880" y="4173480"/>
            <a:ext cx="36720" cy="478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56"/>
          <p:cNvSpPr/>
          <p:nvPr/>
        </p:nvSpPr>
        <p:spPr>
          <a:xfrm>
            <a:off x="2523600" y="4221360"/>
            <a:ext cx="36720" cy="46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" rIns="90000" bIns="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57"/>
          <p:cNvSpPr/>
          <p:nvPr/>
        </p:nvSpPr>
        <p:spPr>
          <a:xfrm>
            <a:off x="2560320" y="4268160"/>
            <a:ext cx="36360" cy="453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" rIns="90000" bIns="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58"/>
          <p:cNvSpPr/>
          <p:nvPr/>
        </p:nvSpPr>
        <p:spPr>
          <a:xfrm>
            <a:off x="2596680" y="4313520"/>
            <a:ext cx="36720" cy="44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9"/>
          <p:cNvSpPr/>
          <p:nvPr/>
        </p:nvSpPr>
        <p:spPr>
          <a:xfrm>
            <a:off x="2633400" y="4357800"/>
            <a:ext cx="36360" cy="42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60"/>
          <p:cNvSpPr/>
          <p:nvPr/>
        </p:nvSpPr>
        <p:spPr>
          <a:xfrm>
            <a:off x="2669760" y="4400640"/>
            <a:ext cx="36720" cy="41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" rIns="90000" bIns="-3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61"/>
          <p:cNvSpPr/>
          <p:nvPr/>
        </p:nvSpPr>
        <p:spPr>
          <a:xfrm>
            <a:off x="2706480" y="4442040"/>
            <a:ext cx="36720" cy="40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680" rIns="90000" bIns="-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62"/>
          <p:cNvSpPr/>
          <p:nvPr/>
        </p:nvSpPr>
        <p:spPr>
          <a:xfrm>
            <a:off x="2743200" y="4482360"/>
            <a:ext cx="36360" cy="38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63"/>
          <p:cNvSpPr/>
          <p:nvPr/>
        </p:nvSpPr>
        <p:spPr>
          <a:xfrm>
            <a:off x="2779560" y="4520880"/>
            <a:ext cx="36720" cy="37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64"/>
          <p:cNvSpPr/>
          <p:nvPr/>
        </p:nvSpPr>
        <p:spPr>
          <a:xfrm>
            <a:off x="2816280" y="4558680"/>
            <a:ext cx="36360" cy="36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65"/>
          <p:cNvSpPr/>
          <p:nvPr/>
        </p:nvSpPr>
        <p:spPr>
          <a:xfrm>
            <a:off x="2852640" y="4594680"/>
            <a:ext cx="36720" cy="34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080" rIns="90000" bIns="-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66"/>
          <p:cNvSpPr/>
          <p:nvPr/>
        </p:nvSpPr>
        <p:spPr>
          <a:xfrm>
            <a:off x="2889360" y="4629600"/>
            <a:ext cx="36720" cy="33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67"/>
          <p:cNvSpPr/>
          <p:nvPr/>
        </p:nvSpPr>
        <p:spPr>
          <a:xfrm>
            <a:off x="2926080" y="4663440"/>
            <a:ext cx="36360" cy="32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68"/>
          <p:cNvSpPr/>
          <p:nvPr/>
        </p:nvSpPr>
        <p:spPr>
          <a:xfrm>
            <a:off x="2962440" y="4695480"/>
            <a:ext cx="36720" cy="30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040" rIns="90000" bIns="-14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69"/>
          <p:cNvSpPr/>
          <p:nvPr/>
        </p:nvSpPr>
        <p:spPr>
          <a:xfrm>
            <a:off x="2999160" y="4726440"/>
            <a:ext cx="36360" cy="29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70"/>
          <p:cNvSpPr/>
          <p:nvPr/>
        </p:nvSpPr>
        <p:spPr>
          <a:xfrm>
            <a:off x="3035520" y="4755960"/>
            <a:ext cx="36720" cy="28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1"/>
          <p:cNvSpPr/>
          <p:nvPr/>
        </p:nvSpPr>
        <p:spPr>
          <a:xfrm>
            <a:off x="3072240" y="4784400"/>
            <a:ext cx="36720" cy="27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72"/>
          <p:cNvSpPr/>
          <p:nvPr/>
        </p:nvSpPr>
        <p:spPr>
          <a:xfrm>
            <a:off x="3108960" y="4811400"/>
            <a:ext cx="36360" cy="25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73"/>
          <p:cNvSpPr/>
          <p:nvPr/>
        </p:nvSpPr>
        <p:spPr>
          <a:xfrm>
            <a:off x="3145320" y="4836960"/>
            <a:ext cx="36720" cy="24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74"/>
          <p:cNvSpPr/>
          <p:nvPr/>
        </p:nvSpPr>
        <p:spPr>
          <a:xfrm>
            <a:off x="3182040" y="4861440"/>
            <a:ext cx="36360" cy="23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5"/>
          <p:cNvSpPr/>
          <p:nvPr/>
        </p:nvSpPr>
        <p:spPr>
          <a:xfrm>
            <a:off x="3218400" y="4884480"/>
            <a:ext cx="36720" cy="21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76"/>
          <p:cNvSpPr/>
          <p:nvPr/>
        </p:nvSpPr>
        <p:spPr>
          <a:xfrm>
            <a:off x="3255120" y="4906080"/>
            <a:ext cx="36720" cy="20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77"/>
          <p:cNvSpPr/>
          <p:nvPr/>
        </p:nvSpPr>
        <p:spPr>
          <a:xfrm>
            <a:off x="3291840" y="4926600"/>
            <a:ext cx="36360" cy="19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78"/>
          <p:cNvSpPr/>
          <p:nvPr/>
        </p:nvSpPr>
        <p:spPr>
          <a:xfrm>
            <a:off x="3328200" y="4945680"/>
            <a:ext cx="36720" cy="17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79"/>
          <p:cNvSpPr/>
          <p:nvPr/>
        </p:nvSpPr>
        <p:spPr>
          <a:xfrm>
            <a:off x="3364920" y="4963320"/>
            <a:ext cx="36360" cy="16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80"/>
          <p:cNvSpPr/>
          <p:nvPr/>
        </p:nvSpPr>
        <p:spPr>
          <a:xfrm>
            <a:off x="3401280" y="4979880"/>
            <a:ext cx="36720" cy="15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81"/>
          <p:cNvSpPr/>
          <p:nvPr/>
        </p:nvSpPr>
        <p:spPr>
          <a:xfrm>
            <a:off x="3438000" y="4995000"/>
            <a:ext cx="36720" cy="14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82"/>
          <p:cNvSpPr/>
          <p:nvPr/>
        </p:nvSpPr>
        <p:spPr>
          <a:xfrm>
            <a:off x="3474720" y="5009040"/>
            <a:ext cx="36360" cy="12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83"/>
          <p:cNvSpPr/>
          <p:nvPr/>
        </p:nvSpPr>
        <p:spPr>
          <a:xfrm>
            <a:off x="3511080" y="5021280"/>
            <a:ext cx="36720" cy="11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84"/>
          <p:cNvSpPr/>
          <p:nvPr/>
        </p:nvSpPr>
        <p:spPr>
          <a:xfrm>
            <a:off x="3547800" y="5032440"/>
            <a:ext cx="36360" cy="10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5"/>
          <p:cNvSpPr/>
          <p:nvPr/>
        </p:nvSpPr>
        <p:spPr>
          <a:xfrm>
            <a:off x="3584160" y="5042520"/>
            <a:ext cx="36720" cy="8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86"/>
          <p:cNvSpPr/>
          <p:nvPr/>
        </p:nvSpPr>
        <p:spPr>
          <a:xfrm>
            <a:off x="3620880" y="5051160"/>
            <a:ext cx="36720" cy="7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87"/>
          <p:cNvSpPr/>
          <p:nvPr/>
        </p:nvSpPr>
        <p:spPr>
          <a:xfrm>
            <a:off x="3657600" y="5058360"/>
            <a:ext cx="36360" cy="5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88"/>
          <p:cNvSpPr/>
          <p:nvPr/>
        </p:nvSpPr>
        <p:spPr>
          <a:xfrm>
            <a:off x="3693960" y="5064120"/>
            <a:ext cx="36720" cy="4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89"/>
          <p:cNvSpPr/>
          <p:nvPr/>
        </p:nvSpPr>
        <p:spPr>
          <a:xfrm>
            <a:off x="3730680" y="5068800"/>
            <a:ext cx="36360" cy="3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90"/>
          <p:cNvSpPr/>
          <p:nvPr/>
        </p:nvSpPr>
        <p:spPr>
          <a:xfrm>
            <a:off x="3767040" y="5072040"/>
            <a:ext cx="36720" cy="2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91"/>
          <p:cNvSpPr/>
          <p:nvPr/>
        </p:nvSpPr>
        <p:spPr>
          <a:xfrm>
            <a:off x="3803760" y="5074200"/>
            <a:ext cx="36720" cy="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92"/>
          <p:cNvSpPr/>
          <p:nvPr/>
        </p:nvSpPr>
        <p:spPr>
          <a:xfrm flipV="1">
            <a:off x="3840480" y="5074200"/>
            <a:ext cx="36360" cy="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93"/>
          <p:cNvSpPr/>
          <p:nvPr/>
        </p:nvSpPr>
        <p:spPr>
          <a:xfrm flipV="1">
            <a:off x="3876840" y="5072040"/>
            <a:ext cx="36720" cy="2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94"/>
          <p:cNvSpPr/>
          <p:nvPr/>
        </p:nvSpPr>
        <p:spPr>
          <a:xfrm flipV="1">
            <a:off x="3913560" y="5068800"/>
            <a:ext cx="36360" cy="3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95"/>
          <p:cNvSpPr/>
          <p:nvPr/>
        </p:nvSpPr>
        <p:spPr>
          <a:xfrm flipV="1">
            <a:off x="3949920" y="5064120"/>
            <a:ext cx="36720" cy="4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96"/>
          <p:cNvSpPr/>
          <p:nvPr/>
        </p:nvSpPr>
        <p:spPr>
          <a:xfrm flipV="1">
            <a:off x="3986640" y="5058360"/>
            <a:ext cx="36720" cy="5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97"/>
          <p:cNvSpPr/>
          <p:nvPr/>
        </p:nvSpPr>
        <p:spPr>
          <a:xfrm flipV="1">
            <a:off x="4023360" y="5051160"/>
            <a:ext cx="36360" cy="7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98"/>
          <p:cNvSpPr/>
          <p:nvPr/>
        </p:nvSpPr>
        <p:spPr>
          <a:xfrm flipV="1">
            <a:off x="4059720" y="5042520"/>
            <a:ext cx="36720" cy="8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99"/>
          <p:cNvSpPr/>
          <p:nvPr/>
        </p:nvSpPr>
        <p:spPr>
          <a:xfrm flipV="1">
            <a:off x="4096440" y="5032440"/>
            <a:ext cx="36360" cy="10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00"/>
          <p:cNvSpPr/>
          <p:nvPr/>
        </p:nvSpPr>
        <p:spPr>
          <a:xfrm flipV="1">
            <a:off x="4132800" y="5021280"/>
            <a:ext cx="36720" cy="11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01"/>
          <p:cNvSpPr/>
          <p:nvPr/>
        </p:nvSpPr>
        <p:spPr>
          <a:xfrm flipV="1">
            <a:off x="4169520" y="5009040"/>
            <a:ext cx="36720" cy="12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02"/>
          <p:cNvSpPr/>
          <p:nvPr/>
        </p:nvSpPr>
        <p:spPr>
          <a:xfrm flipV="1">
            <a:off x="4206240" y="4995000"/>
            <a:ext cx="36360" cy="14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03"/>
          <p:cNvSpPr/>
          <p:nvPr/>
        </p:nvSpPr>
        <p:spPr>
          <a:xfrm flipV="1">
            <a:off x="4242600" y="4979880"/>
            <a:ext cx="36720" cy="15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04"/>
          <p:cNvSpPr/>
          <p:nvPr/>
        </p:nvSpPr>
        <p:spPr>
          <a:xfrm flipV="1">
            <a:off x="4279320" y="4963320"/>
            <a:ext cx="36360" cy="16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5"/>
          <p:cNvSpPr/>
          <p:nvPr/>
        </p:nvSpPr>
        <p:spPr>
          <a:xfrm flipV="1">
            <a:off x="4315680" y="4945680"/>
            <a:ext cx="36720" cy="17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06"/>
          <p:cNvSpPr/>
          <p:nvPr/>
        </p:nvSpPr>
        <p:spPr>
          <a:xfrm flipV="1">
            <a:off x="4352400" y="4926600"/>
            <a:ext cx="36720" cy="19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07"/>
          <p:cNvSpPr/>
          <p:nvPr/>
        </p:nvSpPr>
        <p:spPr>
          <a:xfrm flipV="1">
            <a:off x="4389120" y="4906080"/>
            <a:ext cx="36360" cy="20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08"/>
          <p:cNvSpPr/>
          <p:nvPr/>
        </p:nvSpPr>
        <p:spPr>
          <a:xfrm flipV="1">
            <a:off x="4425480" y="4884480"/>
            <a:ext cx="36720" cy="21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09"/>
          <p:cNvSpPr/>
          <p:nvPr/>
        </p:nvSpPr>
        <p:spPr>
          <a:xfrm flipV="1">
            <a:off x="4462200" y="4861440"/>
            <a:ext cx="36360" cy="23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10"/>
          <p:cNvSpPr/>
          <p:nvPr/>
        </p:nvSpPr>
        <p:spPr>
          <a:xfrm flipV="1">
            <a:off x="4498560" y="4836960"/>
            <a:ext cx="36720" cy="24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11"/>
          <p:cNvSpPr/>
          <p:nvPr/>
        </p:nvSpPr>
        <p:spPr>
          <a:xfrm flipV="1">
            <a:off x="4535280" y="4811400"/>
            <a:ext cx="36720" cy="25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12"/>
          <p:cNvSpPr/>
          <p:nvPr/>
        </p:nvSpPr>
        <p:spPr>
          <a:xfrm flipV="1">
            <a:off x="4572000" y="4784400"/>
            <a:ext cx="36360" cy="27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13"/>
          <p:cNvSpPr/>
          <p:nvPr/>
        </p:nvSpPr>
        <p:spPr>
          <a:xfrm flipV="1">
            <a:off x="4608360" y="4755960"/>
            <a:ext cx="36720" cy="28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14"/>
          <p:cNvSpPr/>
          <p:nvPr/>
        </p:nvSpPr>
        <p:spPr>
          <a:xfrm flipV="1">
            <a:off x="4645080" y="4726440"/>
            <a:ext cx="36360" cy="29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15"/>
          <p:cNvSpPr/>
          <p:nvPr/>
        </p:nvSpPr>
        <p:spPr>
          <a:xfrm flipV="1">
            <a:off x="4681440" y="4695480"/>
            <a:ext cx="36720" cy="30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040" rIns="90000" bIns="-14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16"/>
          <p:cNvSpPr/>
          <p:nvPr/>
        </p:nvSpPr>
        <p:spPr>
          <a:xfrm flipV="1">
            <a:off x="4718160" y="4663440"/>
            <a:ext cx="36720" cy="32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17"/>
          <p:cNvSpPr/>
          <p:nvPr/>
        </p:nvSpPr>
        <p:spPr>
          <a:xfrm flipV="1">
            <a:off x="4754880" y="4629600"/>
            <a:ext cx="36360" cy="33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18"/>
          <p:cNvSpPr/>
          <p:nvPr/>
        </p:nvSpPr>
        <p:spPr>
          <a:xfrm flipV="1">
            <a:off x="4791240" y="4594680"/>
            <a:ext cx="36720" cy="34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080" rIns="90000" bIns="-10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19"/>
          <p:cNvSpPr/>
          <p:nvPr/>
        </p:nvSpPr>
        <p:spPr>
          <a:xfrm flipV="1">
            <a:off x="4827960" y="4558680"/>
            <a:ext cx="36360" cy="36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20"/>
          <p:cNvSpPr/>
          <p:nvPr/>
        </p:nvSpPr>
        <p:spPr>
          <a:xfrm flipV="1">
            <a:off x="4864320" y="4520880"/>
            <a:ext cx="36720" cy="37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21"/>
          <p:cNvSpPr/>
          <p:nvPr/>
        </p:nvSpPr>
        <p:spPr>
          <a:xfrm flipV="1">
            <a:off x="4901040" y="4482360"/>
            <a:ext cx="36720" cy="38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22"/>
          <p:cNvSpPr/>
          <p:nvPr/>
        </p:nvSpPr>
        <p:spPr>
          <a:xfrm flipV="1">
            <a:off x="4937760" y="4442040"/>
            <a:ext cx="36360" cy="40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680" rIns="90000" bIns="-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23"/>
          <p:cNvSpPr/>
          <p:nvPr/>
        </p:nvSpPr>
        <p:spPr>
          <a:xfrm flipV="1">
            <a:off x="4974120" y="4400640"/>
            <a:ext cx="36720" cy="41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" rIns="90000" bIns="-3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24"/>
          <p:cNvSpPr/>
          <p:nvPr/>
        </p:nvSpPr>
        <p:spPr>
          <a:xfrm flipV="1">
            <a:off x="5010840" y="4357800"/>
            <a:ext cx="36360" cy="428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25"/>
          <p:cNvSpPr/>
          <p:nvPr/>
        </p:nvSpPr>
        <p:spPr>
          <a:xfrm flipV="1">
            <a:off x="5047200" y="4313520"/>
            <a:ext cx="36720" cy="44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26"/>
          <p:cNvSpPr/>
          <p:nvPr/>
        </p:nvSpPr>
        <p:spPr>
          <a:xfrm flipV="1">
            <a:off x="5083920" y="4268160"/>
            <a:ext cx="36720" cy="453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" rIns="90000" bIns="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27"/>
          <p:cNvSpPr/>
          <p:nvPr/>
        </p:nvSpPr>
        <p:spPr>
          <a:xfrm flipV="1">
            <a:off x="5120640" y="4221360"/>
            <a:ext cx="36360" cy="46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" rIns="90000" bIns="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28"/>
          <p:cNvSpPr/>
          <p:nvPr/>
        </p:nvSpPr>
        <p:spPr>
          <a:xfrm flipV="1">
            <a:off x="5157000" y="4173480"/>
            <a:ext cx="36720" cy="478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" rIns="90000" bIns="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129"/>
          <p:cNvSpPr/>
          <p:nvPr/>
        </p:nvSpPr>
        <p:spPr>
          <a:xfrm flipV="1">
            <a:off x="5193720" y="4124160"/>
            <a:ext cx="36360" cy="493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30"/>
          <p:cNvSpPr/>
          <p:nvPr/>
        </p:nvSpPr>
        <p:spPr>
          <a:xfrm flipV="1">
            <a:off x="5230080" y="4073400"/>
            <a:ext cx="36720" cy="50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31"/>
          <p:cNvSpPr/>
          <p:nvPr/>
        </p:nvSpPr>
        <p:spPr>
          <a:xfrm flipV="1">
            <a:off x="5266800" y="4021200"/>
            <a:ext cx="36720" cy="52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32"/>
          <p:cNvSpPr/>
          <p:nvPr/>
        </p:nvSpPr>
        <p:spPr>
          <a:xfrm flipV="1">
            <a:off x="5303520" y="3967920"/>
            <a:ext cx="36360" cy="532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280" rIns="90000" bIns="8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33"/>
          <p:cNvSpPr/>
          <p:nvPr/>
        </p:nvSpPr>
        <p:spPr>
          <a:xfrm flipV="1">
            <a:off x="5339880" y="3913200"/>
            <a:ext cx="36720" cy="54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34"/>
          <p:cNvSpPr/>
          <p:nvPr/>
        </p:nvSpPr>
        <p:spPr>
          <a:xfrm flipV="1">
            <a:off x="5376600" y="3857400"/>
            <a:ext cx="36360" cy="55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35"/>
          <p:cNvSpPr/>
          <p:nvPr/>
        </p:nvSpPr>
        <p:spPr>
          <a:xfrm flipV="1">
            <a:off x="5412960" y="3800160"/>
            <a:ext cx="36720" cy="572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36"/>
          <p:cNvSpPr/>
          <p:nvPr/>
        </p:nvSpPr>
        <p:spPr>
          <a:xfrm flipV="1">
            <a:off x="5449680" y="3741480"/>
            <a:ext cx="36720" cy="586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680" rIns="90000" bIns="13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37"/>
          <p:cNvSpPr/>
          <p:nvPr/>
        </p:nvSpPr>
        <p:spPr>
          <a:xfrm flipV="1">
            <a:off x="5486400" y="3681720"/>
            <a:ext cx="36360" cy="597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760" rIns="90000" bIns="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38"/>
          <p:cNvSpPr/>
          <p:nvPr/>
        </p:nvSpPr>
        <p:spPr>
          <a:xfrm flipV="1">
            <a:off x="5522760" y="3620520"/>
            <a:ext cx="36720" cy="61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39"/>
          <p:cNvSpPr/>
          <p:nvPr/>
        </p:nvSpPr>
        <p:spPr>
          <a:xfrm flipV="1">
            <a:off x="5559480" y="3557880"/>
            <a:ext cx="36360" cy="626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640" rIns="90000" bIns="17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40"/>
          <p:cNvSpPr/>
          <p:nvPr/>
        </p:nvSpPr>
        <p:spPr>
          <a:xfrm flipV="1">
            <a:off x="5595840" y="3494160"/>
            <a:ext cx="36720" cy="637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720" rIns="90000" bIns="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41"/>
          <p:cNvSpPr/>
          <p:nvPr/>
        </p:nvSpPr>
        <p:spPr>
          <a:xfrm flipV="1">
            <a:off x="5632560" y="3429000"/>
            <a:ext cx="36720" cy="65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160" rIns="90000" bIns="20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42"/>
          <p:cNvSpPr/>
          <p:nvPr/>
        </p:nvSpPr>
        <p:spPr>
          <a:xfrm flipV="1">
            <a:off x="5669280" y="3362400"/>
            <a:ext cx="36360" cy="666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43"/>
          <p:cNvSpPr/>
          <p:nvPr/>
        </p:nvSpPr>
        <p:spPr>
          <a:xfrm flipV="1">
            <a:off x="5705640" y="3294360"/>
            <a:ext cx="36720" cy="68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040" rIns="90000" bIns="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44"/>
          <p:cNvSpPr/>
          <p:nvPr/>
        </p:nvSpPr>
        <p:spPr>
          <a:xfrm flipV="1">
            <a:off x="5742360" y="3225240"/>
            <a:ext cx="36360" cy="69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120" rIns="90000" bIns="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45"/>
          <p:cNvSpPr/>
          <p:nvPr/>
        </p:nvSpPr>
        <p:spPr>
          <a:xfrm flipV="1">
            <a:off x="5778720" y="3155040"/>
            <a:ext cx="36720" cy="702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5200" rIns="90000" bIns="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46"/>
          <p:cNvSpPr/>
          <p:nvPr/>
        </p:nvSpPr>
        <p:spPr>
          <a:xfrm flipV="1">
            <a:off x="5815440" y="3083040"/>
            <a:ext cx="36720" cy="72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147"/>
          <p:cNvSpPr/>
          <p:nvPr/>
        </p:nvSpPr>
        <p:spPr>
          <a:xfrm flipV="1">
            <a:off x="5852160" y="3009960"/>
            <a:ext cx="36360" cy="730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48"/>
          <p:cNvSpPr/>
          <p:nvPr/>
        </p:nvSpPr>
        <p:spPr>
          <a:xfrm flipV="1">
            <a:off x="5888520" y="2935800"/>
            <a:ext cx="36720" cy="741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9160" rIns="90000" bIns="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49"/>
          <p:cNvSpPr/>
          <p:nvPr/>
        </p:nvSpPr>
        <p:spPr>
          <a:xfrm flipV="1">
            <a:off x="5925240" y="2859840"/>
            <a:ext cx="36360" cy="75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0960" rIns="90000" bIns="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50"/>
          <p:cNvSpPr/>
          <p:nvPr/>
        </p:nvSpPr>
        <p:spPr>
          <a:xfrm flipV="1">
            <a:off x="5961600" y="2782800"/>
            <a:ext cx="36720" cy="770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040" rIns="90000" bIns="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151"/>
          <p:cNvSpPr/>
          <p:nvPr/>
        </p:nvSpPr>
        <p:spPr>
          <a:xfrm flipV="1">
            <a:off x="5998320" y="2704680"/>
            <a:ext cx="36720" cy="781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3120" rIns="90000" bIns="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152"/>
          <p:cNvSpPr/>
          <p:nvPr/>
        </p:nvSpPr>
        <p:spPr>
          <a:xfrm flipV="1">
            <a:off x="6035040" y="2625120"/>
            <a:ext cx="36360" cy="795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560" rIns="90000" bIns="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53"/>
          <p:cNvSpPr/>
          <p:nvPr/>
        </p:nvSpPr>
        <p:spPr>
          <a:xfrm flipV="1">
            <a:off x="6071400" y="2544120"/>
            <a:ext cx="36720" cy="81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00" rIns="90000" bIns="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54"/>
          <p:cNvSpPr/>
          <p:nvPr/>
        </p:nvSpPr>
        <p:spPr>
          <a:xfrm flipV="1">
            <a:off x="6108120" y="2461680"/>
            <a:ext cx="36360" cy="8244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7440" rIns="90000" bIns="37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55"/>
          <p:cNvSpPr/>
          <p:nvPr/>
        </p:nvSpPr>
        <p:spPr>
          <a:xfrm flipV="1">
            <a:off x="6144480" y="2378160"/>
            <a:ext cx="36720" cy="835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8520" rIns="90000" bIns="38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56"/>
          <p:cNvSpPr/>
          <p:nvPr/>
        </p:nvSpPr>
        <p:spPr>
          <a:xfrm flipV="1">
            <a:off x="6181200" y="2293200"/>
            <a:ext cx="36720" cy="8496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9960" rIns="90000" bIns="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57"/>
          <p:cNvSpPr/>
          <p:nvPr/>
        </p:nvSpPr>
        <p:spPr>
          <a:xfrm flipV="1">
            <a:off x="6217920" y="2206800"/>
            <a:ext cx="36360" cy="864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1400" rIns="90000" bIns="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58"/>
          <p:cNvSpPr/>
          <p:nvPr/>
        </p:nvSpPr>
        <p:spPr>
          <a:xfrm flipV="1">
            <a:off x="6254280" y="2119320"/>
            <a:ext cx="36720" cy="8748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480" rIns="90000" bIns="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59"/>
          <p:cNvSpPr/>
          <p:nvPr/>
        </p:nvSpPr>
        <p:spPr>
          <a:xfrm flipV="1">
            <a:off x="6291000" y="2030400"/>
            <a:ext cx="36360" cy="8892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920" rIns="90000" bIns="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60"/>
          <p:cNvSpPr/>
          <p:nvPr/>
        </p:nvSpPr>
        <p:spPr>
          <a:xfrm flipV="1">
            <a:off x="6327360" y="1940400"/>
            <a:ext cx="36720" cy="900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61"/>
          <p:cNvSpPr/>
          <p:nvPr/>
        </p:nvSpPr>
        <p:spPr>
          <a:xfrm flipV="1">
            <a:off x="6364080" y="1848600"/>
            <a:ext cx="36720" cy="91800"/>
          </a:xfrm>
          <a:prstGeom prst="line">
            <a:avLst/>
          </a:prstGeom>
          <a:ln w="444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62"/>
          <p:cNvSpPr/>
          <p:nvPr/>
        </p:nvSpPr>
        <p:spPr>
          <a:xfrm flipV="1">
            <a:off x="3383280" y="3017520"/>
            <a:ext cx="3200400" cy="2880360"/>
          </a:xfrm>
          <a:prstGeom prst="line">
            <a:avLst/>
          </a:prstGeom>
          <a:ln w="317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63"/>
          <p:cNvSpPr/>
          <p:nvPr/>
        </p:nvSpPr>
        <p:spPr>
          <a:xfrm>
            <a:off x="4700160" y="460872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64"/>
          <p:cNvSpPr/>
          <p:nvPr/>
        </p:nvSpPr>
        <p:spPr>
          <a:xfrm>
            <a:off x="4663440" y="48279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5755A7"/>
                </a:solidFill>
                <a:effectLst/>
                <a:uFillTx/>
                <a:latin typeface="Cantarell"/>
                <a:ea typeface="Cantarell"/>
              </a:rPr>
              <a:t>y frozen at 1:  f(x, 1) = x² + 1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65"/>
          <p:cNvSpPr/>
          <p:nvPr/>
        </p:nvSpPr>
        <p:spPr>
          <a:xfrm>
            <a:off x="4663440" y="51984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slope at x = 1 is ∂f/∂x =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66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67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One variable at a time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f(x, y) = x² + y²: set y = 1 and you get an ordinary curve, x² + 1.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Its slope at x = 1 is 2 — exactly ∂f/∂x there.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Do the same slicing in the other direction for ∂f/∂y.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Partials of a Loss: L(w, b)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One data point x = 2, y = 5.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Model ŷ = wx + b,  loss L = (wx + b − y)²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∂L/∂w = 2(wx + b − y)·x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∂L/∂b = 2(wx + b − y)·1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w = 1, b = 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error = 1·2 + 0 − 5 = −3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∂L/∂w = 2(−3)(2) = −12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∂L/∂b = 2(−3)    = −6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w, b = sp.symbols("w b")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x_, y_ = 2,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 = (w*x_ + b - y_) **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Lw = sp.diff(L, w)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Lb = sp.diff(L, b)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pt = {w: 1, b: 0}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print(Lw.subs(pt), Lb.subs(pt))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-12  -6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both negative: increasing w and 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lowers the loss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1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Partial Derivatives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∂f/∂x and ∂f/∂y for f = 3x² + xy + y³.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Evaluate both at (1, 2).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L = (wx + b − y)² with x = 1, y = 3, w = 0, b = 0, find ∂L/∂w and ∂L/∂b.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confirm question 1 with sympy.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is held constant when you compute ∂f/∂x?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The Gradient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Stack all the partial derivatives into one vector that points uphill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Gradient Vector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∇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The compass for multi-variable functions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∇f = (∂f/∂x, ∂f/∂y, …) — one entry per variable.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points in the direction in which f increases fastest (steepest ascent).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Its length tells you how steep that climb is.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To go downhill, move along −∇f: that is gradient descent.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Gradient: Definition &amp; Key Facts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gradient is a vector, so all your vector tools apply: length, direction, dot product.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is perpendicular to the contour ring at every point.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Gradient = 0 → a flat spot (min, max or saddle).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definition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∇f = ( ∂f/∂x₁, ∂f/∂x₂, …, ∂f/∂xₙ 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facts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∇f points toward steepest ascent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−∇f points toward steepest descent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‖∇f‖ = how steep it is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∇f ⟂ contour rings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critical point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∇f = 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Gradient Worked: f = x² + y² at (3, 4)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∂f/∂x = 2x =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∂f/∂y = 2y = 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∇f(3, 4) = (6, 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‖∇f‖ = √(36 + 64) = 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Unit direction = (0.6, 0.8)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Steepest ascent: toward (0.6, 0.8)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Steepest descent: toward (−0.6, −0.8)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— straight toward the origin, the minimum.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grad(p):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x, y = 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return np.array([2*x, 2*y])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g = grad([3, 4])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print(g)                    # [6 8]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print(np.linalg.norm(g))    # 10.0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print(g / np.linalg.norm(g))  # [0.6 0.8]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descent direction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print(-g)                   # [-6 -8]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Gradient Arrows on a Contour 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4"/>
          <p:cNvSpPr/>
          <p:nvPr/>
        </p:nvSpPr>
        <p:spPr>
          <a:xfrm flipV="1">
            <a:off x="2834640" y="1737360"/>
            <a:ext cx="360" cy="384048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5"/>
          <p:cNvSpPr/>
          <p:nvPr/>
        </p:nvSpPr>
        <p:spPr>
          <a:xfrm>
            <a:off x="914400" y="3657600"/>
            <a:ext cx="384048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6"/>
          <p:cNvSpPr/>
          <p:nvPr/>
        </p:nvSpPr>
        <p:spPr>
          <a:xfrm>
            <a:off x="2514600" y="3337560"/>
            <a:ext cx="639720" cy="639720"/>
          </a:xfrm>
          <a:prstGeom prst="ellipse">
            <a:avLst/>
          </a:prstGeom>
          <a:noFill/>
          <a:ln w="1905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7"/>
          <p:cNvSpPr/>
          <p:nvPr/>
        </p:nvSpPr>
        <p:spPr>
          <a:xfrm>
            <a:off x="2194560" y="3017520"/>
            <a:ext cx="1279800" cy="1279800"/>
          </a:xfrm>
          <a:prstGeom prst="ellipse">
            <a:avLst/>
          </a:prstGeom>
          <a:noFill/>
          <a:ln w="1905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8"/>
          <p:cNvSpPr/>
          <p:nvPr/>
        </p:nvSpPr>
        <p:spPr>
          <a:xfrm>
            <a:off x="1874520" y="2697480"/>
            <a:ext cx="1919880" cy="1919880"/>
          </a:xfrm>
          <a:prstGeom prst="ellipse">
            <a:avLst/>
          </a:prstGeom>
          <a:noFill/>
          <a:ln w="1905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9"/>
          <p:cNvSpPr/>
          <p:nvPr/>
        </p:nvSpPr>
        <p:spPr>
          <a:xfrm>
            <a:off x="1554480" y="2377440"/>
            <a:ext cx="2559960" cy="2559960"/>
          </a:xfrm>
          <a:prstGeom prst="ellipse">
            <a:avLst/>
          </a:prstGeom>
          <a:noFill/>
          <a:ln w="1905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0"/>
          <p:cNvSpPr/>
          <p:nvPr/>
        </p:nvSpPr>
        <p:spPr>
          <a:xfrm>
            <a:off x="1234440" y="2057400"/>
            <a:ext cx="3200040" cy="3200040"/>
          </a:xfrm>
          <a:prstGeom prst="ellipse">
            <a:avLst/>
          </a:prstGeom>
          <a:noFill/>
          <a:ln w="3175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1"/>
          <p:cNvSpPr/>
          <p:nvPr/>
        </p:nvSpPr>
        <p:spPr>
          <a:xfrm flipV="1">
            <a:off x="3794760" y="1737360"/>
            <a:ext cx="479880" cy="640080"/>
          </a:xfrm>
          <a:prstGeom prst="line">
            <a:avLst/>
          </a:prstGeom>
          <a:ln w="38100">
            <a:solidFill>
              <a:srgbClr val="F43F5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2"/>
          <p:cNvSpPr/>
          <p:nvPr/>
        </p:nvSpPr>
        <p:spPr>
          <a:xfrm flipH="1">
            <a:off x="3314520" y="2377440"/>
            <a:ext cx="480240" cy="640080"/>
          </a:xfrm>
          <a:prstGeom prst="line">
            <a:avLst/>
          </a:prstGeom>
          <a:ln w="38100">
            <a:solidFill>
              <a:srgbClr val="0F76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3"/>
          <p:cNvSpPr/>
          <p:nvPr/>
        </p:nvSpPr>
        <p:spPr>
          <a:xfrm>
            <a:off x="3740040" y="2322720"/>
            <a:ext cx="109440" cy="109440"/>
          </a:xfrm>
          <a:prstGeom prst="ellipse">
            <a:avLst/>
          </a:prstGeom>
          <a:solidFill>
            <a:srgbClr val="1B1B20"/>
          </a:solidFill>
          <a:ln w="1270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4"/>
          <p:cNvSpPr/>
          <p:nvPr/>
        </p:nvSpPr>
        <p:spPr>
          <a:xfrm>
            <a:off x="4320720" y="1865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∇f = (6, 8)  uphill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5"/>
          <p:cNvSpPr/>
          <p:nvPr/>
        </p:nvSpPr>
        <p:spPr>
          <a:xfrm>
            <a:off x="1943280" y="327348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766E"/>
                </a:solidFill>
                <a:effectLst/>
                <a:uFillTx/>
                <a:latin typeface="Cantarell"/>
                <a:ea typeface="Cantarell"/>
              </a:rPr>
              <a:t>−∇f  downhill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6"/>
          <p:cNvSpPr/>
          <p:nvPr/>
        </p:nvSpPr>
        <p:spPr>
          <a:xfrm>
            <a:off x="3886200" y="23958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(3, 4)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7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8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Perpendicular to the rings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At (3, 4) the gradient points straight out, crossing the ring at a right angle.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−∇f points back toward the centre, the minimum.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longer the arrow, the steeper the surface.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Directional Slope: ∇f · u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Slope of f along a unit direction u: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slope = ∇f · u   (a dot product!)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∇f = (6, 8)   at (3, 4)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 = (0.6, 0.8):   3.6 + 6.4 = 10  (max)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 = (−0.6, −0.8): −10  (steepest down)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u = (−0.8, 0.6):  −4.8 + 4.8 = 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(along the ring — no change)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The gradient direction gives the biggest slope.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g = np.array([6, 8])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up    = np.array([0.6, 0.8])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down  = -up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along = np.array([-0.8, 0.6])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print(g @ up)          # 10.0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print(g @ down)        # -10.0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print(round(g @ along, 6))  # 0.0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max slope = ‖∇f‖ = 10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Gradient of an MSE Loss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Data x = [1,2,3,4], y = [2,4,6,8]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Loss L(w, b) = mean( (wx + b − y)² 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∂L/∂w = 2·mean( (wx + b − y)·x 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∂L/∂b = 2·mean( (wx + b − y) 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w = 0, b = 0: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errors = −y = [−2, −4, −6, −8]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∂L/∂w = 2·mean([−2,−8,−18,−32]) = −30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∂L/∂b = 2·mean([−2,−4,−6,−8]) = −10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∇L = (−30, −10)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np.array([1, 2, 3, 4.])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y = np.array([2, 4, 6, 8.])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w, b = 0.0, 0.0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err = w*x + b - 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dw = 2 * np.mean(err * x)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db = 2 * np.mean(err)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print(dw, db)               # -30.0 -10.0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print(np.mean(err**2))      # 30.0  (loss)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one small step downhill (lr = 0.01)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w2, b2 = w - 0.01*dw, b - 0.01*db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print(w2, b2)               # 0.3 0.1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print(np.mean((w2*x+b2-y)**2))  # 20.835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The Gradient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∇f for f = x² + 3y² and evaluate it at (1, 2).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which direction should you move to decrease f fastest at (1, 2)?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is the slope of x² + y² at (3, 4) along u = (0.6, −0.8)?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is the gradient perpendicular to the contour rings?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compute the MSE gradient above for y = [3, 5, 7, 9] at w = 0, b = 0.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Jacobian &amp; Hessian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Two matrices of derivatives — one for vector functions, one for curvature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Jacobian Matrix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J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All first partials of a vector-valued function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If f takes n inputs and returns m outputs, its Jacobian J is an m × n matrix of ∂fᵢ/∂xⱼ.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is the best linear approximation of f near a point.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neural-network layer is such a function; backprop multiplies Jacobians along the layers.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a scalar function (m = 1) the Jacobian is just the gradient written as a row.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7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Jacobian Worked: f(x, y) = (x²y, x + y²)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f₁ = x²y      f₂ = x + y²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Row 1: ∂f₁/∂x = 2xy,  ∂f₁/∂y = x²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Row 2: ∂f₂/∂x = 1,    ∂f₂/∂y = 2y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J = [ 2xy   x²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[  1    2y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At (1, 2):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J = [ 4  1 ]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[ 1  4 ]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x, y = sp.symbols("x y")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sp.Matrix([x**2 * y, x + y**2])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J = F.jacobian([x, y])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print(J)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Matrix([[2*x*y, x**2], [1, 2*y]])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print(J.subs({x: 1, y: 2}))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Matrix([[4, 1], [1, 4]])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Hessian Matrix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Hessian collects all second partials of a scalar function.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is symmetric for smooth functions and describes curvature in every direction.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 generalises f″ from one variable.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for f(x, y)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H = [ ∂²f/∂x²    ∂²f/∂x∂y 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[ ∂²f/∂y∂x   ∂²f/∂y²  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1-D special case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H = [ f″(x) 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size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n weights  →  H is n × 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1,000,000 weights → 10¹² entries!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9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0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Hessian Worked: f = x² + xy + 2y²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∂f/∂x = 2x + y        ∂f/∂y = x + 4y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Second partials: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∂²f/∂x² = 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∂²f/∂x∂y = 1  (= ∂²f/∂y∂x)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∂²f/∂y² =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H = [ 2  1 ]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[ 1  4 ]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Eigenvalues: 3 ± √2 ≈ 1.59, 4.41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Both positive → bowl-shaped (minimum).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x, y = sp.symbols("x y")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x**2 + x*y + 2*y**2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H = sp.hessian(f, (x, y))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print(H)                # Matrix([[2, 1], [1, 4]])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Hn = np.array(H, dtype=float)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print(np.linalg.eigvalsh(Hn))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[1.5858 4.4142]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both &gt; 0  →  curves upward everywhere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2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Where They Show Up in ML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Jacobian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Backprop = product of layer Jacobians.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Used in sensitivity analysis of a network.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Autodiff libraries compute these products without building the matrices.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Hessian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Measures curvature of the loss surface.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Powers second-order methods (Newton’s method).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Too large for deep nets, so SGD and Adam use only gradients.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Jacobian &amp; Hessian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shape is the Jacobian of f: ℝ³ → ℝ²?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Jacobian of f(x, y) = (x + y, xy) at (2, 3).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Hessian of f = x² + y².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is the Hessian impractical for a model with a million weights?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get the Hessian of x³ + y³ with sympy.hessian.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Convexity, Minima &amp; Saddle Points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Shapes of loss surfaces — and which ones are easy or hard to optimise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Convex Functions: One Clean Bowl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∪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Any downhill path leads to the same bottom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function is convex if the straight line between any two points on its graph lies above the graph.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convex function has only one minimum, so every local minimum is the global one.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Test: the Hessian’s eigenvalues are all ≥ 0 everywhere.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Linear and logistic regression have convex losses — they are well behaved.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Three Landscapes in One Dimension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4"/>
          <p:cNvSpPr/>
          <p:nvPr/>
        </p:nvSpPr>
        <p:spPr>
          <a:xfrm>
            <a:off x="594360" y="1920240"/>
            <a:ext cx="2285640" cy="2102760"/>
          </a:xfrm>
          <a:prstGeom prst="roundRect">
            <a:avLst>
              <a:gd name="adj" fmla="val 4348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5"/>
          <p:cNvSpPr/>
          <p:nvPr/>
        </p:nvSpPr>
        <p:spPr>
          <a:xfrm>
            <a:off x="2971800" y="1920240"/>
            <a:ext cx="2285640" cy="2102760"/>
          </a:xfrm>
          <a:prstGeom prst="roundRect">
            <a:avLst>
              <a:gd name="adj" fmla="val 4348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6"/>
          <p:cNvSpPr/>
          <p:nvPr/>
        </p:nvSpPr>
        <p:spPr>
          <a:xfrm>
            <a:off x="5349240" y="1920240"/>
            <a:ext cx="2285640" cy="2102760"/>
          </a:xfrm>
          <a:prstGeom prst="roundRect">
            <a:avLst>
              <a:gd name="adj" fmla="val 4348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7"/>
          <p:cNvSpPr/>
          <p:nvPr/>
        </p:nvSpPr>
        <p:spPr>
          <a:xfrm flipV="1">
            <a:off x="1737360" y="2194560"/>
            <a:ext cx="360" cy="18651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8"/>
          <p:cNvSpPr/>
          <p:nvPr/>
        </p:nvSpPr>
        <p:spPr>
          <a:xfrm>
            <a:off x="685800" y="3438000"/>
            <a:ext cx="210312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9"/>
          <p:cNvSpPr/>
          <p:nvPr/>
        </p:nvSpPr>
        <p:spPr>
          <a:xfrm>
            <a:off x="685800" y="2453400"/>
            <a:ext cx="20880" cy="51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480" rIns="90000" bIns="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10"/>
          <p:cNvSpPr/>
          <p:nvPr/>
        </p:nvSpPr>
        <p:spPr>
          <a:xfrm>
            <a:off x="706680" y="2504880"/>
            <a:ext cx="20880" cy="50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040" rIns="90000" bIns="5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11"/>
          <p:cNvSpPr/>
          <p:nvPr/>
        </p:nvSpPr>
        <p:spPr>
          <a:xfrm>
            <a:off x="727560" y="2554920"/>
            <a:ext cx="21240" cy="49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2"/>
          <p:cNvSpPr/>
          <p:nvPr/>
        </p:nvSpPr>
        <p:spPr>
          <a:xfrm>
            <a:off x="748800" y="2604240"/>
            <a:ext cx="20880" cy="48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40" rIns="90000" bIns="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13"/>
          <p:cNvSpPr/>
          <p:nvPr/>
        </p:nvSpPr>
        <p:spPr>
          <a:xfrm>
            <a:off x="769680" y="2652480"/>
            <a:ext cx="21240" cy="47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" rIns="90000" bIns="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4"/>
          <p:cNvSpPr/>
          <p:nvPr/>
        </p:nvSpPr>
        <p:spPr>
          <a:xfrm>
            <a:off x="790920" y="2699640"/>
            <a:ext cx="20880" cy="46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" rIns="90000" bIns="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5"/>
          <p:cNvSpPr/>
          <p:nvPr/>
        </p:nvSpPr>
        <p:spPr>
          <a:xfrm>
            <a:off x="811800" y="2745720"/>
            <a:ext cx="20880" cy="45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6"/>
          <p:cNvSpPr/>
          <p:nvPr/>
        </p:nvSpPr>
        <p:spPr>
          <a:xfrm>
            <a:off x="832680" y="2790720"/>
            <a:ext cx="21240" cy="44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17"/>
          <p:cNvSpPr/>
          <p:nvPr/>
        </p:nvSpPr>
        <p:spPr>
          <a:xfrm>
            <a:off x="853920" y="2835000"/>
            <a:ext cx="20880" cy="42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18"/>
          <p:cNvSpPr/>
          <p:nvPr/>
        </p:nvSpPr>
        <p:spPr>
          <a:xfrm>
            <a:off x="874800" y="2877840"/>
            <a:ext cx="21240" cy="42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" rIns="90000" bIns="-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9"/>
          <p:cNvSpPr/>
          <p:nvPr/>
        </p:nvSpPr>
        <p:spPr>
          <a:xfrm>
            <a:off x="896040" y="2919960"/>
            <a:ext cx="20880" cy="40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" rIns="90000" bIns="-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20"/>
          <p:cNvSpPr/>
          <p:nvPr/>
        </p:nvSpPr>
        <p:spPr>
          <a:xfrm>
            <a:off x="916920" y="2960640"/>
            <a:ext cx="21240" cy="39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21"/>
          <p:cNvSpPr/>
          <p:nvPr/>
        </p:nvSpPr>
        <p:spPr>
          <a:xfrm>
            <a:off x="938160" y="3000600"/>
            <a:ext cx="20880" cy="38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120" rIns="90000" bIns="-6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22"/>
          <p:cNvSpPr/>
          <p:nvPr/>
        </p:nvSpPr>
        <p:spPr>
          <a:xfrm>
            <a:off x="959040" y="3039480"/>
            <a:ext cx="20880" cy="37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23"/>
          <p:cNvSpPr/>
          <p:nvPr/>
        </p:nvSpPr>
        <p:spPr>
          <a:xfrm>
            <a:off x="979920" y="3077280"/>
            <a:ext cx="21240" cy="36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24"/>
          <p:cNvSpPr/>
          <p:nvPr/>
        </p:nvSpPr>
        <p:spPr>
          <a:xfrm>
            <a:off x="1001160" y="3114000"/>
            <a:ext cx="20880" cy="36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25"/>
          <p:cNvSpPr/>
          <p:nvPr/>
        </p:nvSpPr>
        <p:spPr>
          <a:xfrm>
            <a:off x="1022040" y="3150000"/>
            <a:ext cx="21240" cy="34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440" rIns="90000" bIns="-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26"/>
          <p:cNvSpPr/>
          <p:nvPr/>
        </p:nvSpPr>
        <p:spPr>
          <a:xfrm>
            <a:off x="1043280" y="3184560"/>
            <a:ext cx="20880" cy="33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27"/>
          <p:cNvSpPr/>
          <p:nvPr/>
        </p:nvSpPr>
        <p:spPr>
          <a:xfrm>
            <a:off x="1064160" y="3218400"/>
            <a:ext cx="20880" cy="32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28"/>
          <p:cNvSpPr/>
          <p:nvPr/>
        </p:nvSpPr>
        <p:spPr>
          <a:xfrm>
            <a:off x="1085040" y="3250800"/>
            <a:ext cx="21240" cy="31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29"/>
          <p:cNvSpPr/>
          <p:nvPr/>
        </p:nvSpPr>
        <p:spPr>
          <a:xfrm>
            <a:off x="1106280" y="3282480"/>
            <a:ext cx="20880" cy="30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0" rIns="90000" bIns="-14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30"/>
          <p:cNvSpPr/>
          <p:nvPr/>
        </p:nvSpPr>
        <p:spPr>
          <a:xfrm>
            <a:off x="1127160" y="3313080"/>
            <a:ext cx="21240" cy="29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31"/>
          <p:cNvSpPr/>
          <p:nvPr/>
        </p:nvSpPr>
        <p:spPr>
          <a:xfrm>
            <a:off x="1148400" y="3342600"/>
            <a:ext cx="20880" cy="28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32"/>
          <p:cNvSpPr/>
          <p:nvPr/>
        </p:nvSpPr>
        <p:spPr>
          <a:xfrm>
            <a:off x="1169280" y="3371040"/>
            <a:ext cx="21240" cy="27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280" rIns="90000" bIns="-17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33"/>
          <p:cNvSpPr/>
          <p:nvPr/>
        </p:nvSpPr>
        <p:spPr>
          <a:xfrm>
            <a:off x="1190520" y="3398760"/>
            <a:ext cx="20880" cy="26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34"/>
          <p:cNvSpPr/>
          <p:nvPr/>
        </p:nvSpPr>
        <p:spPr>
          <a:xfrm>
            <a:off x="1211400" y="3425040"/>
            <a:ext cx="20880" cy="25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800" rIns="90000" bIns="-19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35"/>
          <p:cNvSpPr/>
          <p:nvPr/>
        </p:nvSpPr>
        <p:spPr>
          <a:xfrm>
            <a:off x="1232280" y="3450240"/>
            <a:ext cx="21240" cy="24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36"/>
          <p:cNvSpPr/>
          <p:nvPr/>
        </p:nvSpPr>
        <p:spPr>
          <a:xfrm>
            <a:off x="1253520" y="3474720"/>
            <a:ext cx="20880" cy="23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0" rIns="90000" bIns="-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37"/>
          <p:cNvSpPr/>
          <p:nvPr/>
        </p:nvSpPr>
        <p:spPr>
          <a:xfrm>
            <a:off x="1274400" y="3498120"/>
            <a:ext cx="21240" cy="22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38"/>
          <p:cNvSpPr/>
          <p:nvPr/>
        </p:nvSpPr>
        <p:spPr>
          <a:xfrm>
            <a:off x="1295640" y="3520440"/>
            <a:ext cx="20880" cy="21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39"/>
          <p:cNvSpPr/>
          <p:nvPr/>
        </p:nvSpPr>
        <p:spPr>
          <a:xfrm>
            <a:off x="1316520" y="3541680"/>
            <a:ext cx="21240" cy="20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840" rIns="90000" bIns="-24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40"/>
          <p:cNvSpPr/>
          <p:nvPr/>
        </p:nvSpPr>
        <p:spPr>
          <a:xfrm>
            <a:off x="1337760" y="3561840"/>
            <a:ext cx="20880" cy="19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41"/>
          <p:cNvSpPr/>
          <p:nvPr/>
        </p:nvSpPr>
        <p:spPr>
          <a:xfrm>
            <a:off x="1358640" y="3580920"/>
            <a:ext cx="20880" cy="18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42"/>
          <p:cNvSpPr/>
          <p:nvPr/>
        </p:nvSpPr>
        <p:spPr>
          <a:xfrm>
            <a:off x="1379520" y="3599280"/>
            <a:ext cx="21240" cy="16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43"/>
          <p:cNvSpPr/>
          <p:nvPr/>
        </p:nvSpPr>
        <p:spPr>
          <a:xfrm>
            <a:off x="1400760" y="3616200"/>
            <a:ext cx="20880" cy="16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44"/>
          <p:cNvSpPr/>
          <p:nvPr/>
        </p:nvSpPr>
        <p:spPr>
          <a:xfrm>
            <a:off x="1421640" y="3632400"/>
            <a:ext cx="21240" cy="14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45"/>
          <p:cNvSpPr/>
          <p:nvPr/>
        </p:nvSpPr>
        <p:spPr>
          <a:xfrm>
            <a:off x="1442880" y="3647160"/>
            <a:ext cx="20880" cy="14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46"/>
          <p:cNvSpPr/>
          <p:nvPr/>
        </p:nvSpPr>
        <p:spPr>
          <a:xfrm>
            <a:off x="1463760" y="3661200"/>
            <a:ext cx="20880" cy="12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47"/>
          <p:cNvSpPr/>
          <p:nvPr/>
        </p:nvSpPr>
        <p:spPr>
          <a:xfrm>
            <a:off x="1484640" y="3674160"/>
            <a:ext cx="21240" cy="11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48"/>
          <p:cNvSpPr/>
          <p:nvPr/>
        </p:nvSpPr>
        <p:spPr>
          <a:xfrm>
            <a:off x="1505880" y="3686040"/>
            <a:ext cx="20880" cy="11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49"/>
          <p:cNvSpPr/>
          <p:nvPr/>
        </p:nvSpPr>
        <p:spPr>
          <a:xfrm>
            <a:off x="1526760" y="3697200"/>
            <a:ext cx="2124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50"/>
          <p:cNvSpPr/>
          <p:nvPr/>
        </p:nvSpPr>
        <p:spPr>
          <a:xfrm>
            <a:off x="1548000" y="3706920"/>
            <a:ext cx="2088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51"/>
          <p:cNvSpPr/>
          <p:nvPr/>
        </p:nvSpPr>
        <p:spPr>
          <a:xfrm>
            <a:off x="1568880" y="3715560"/>
            <a:ext cx="21240" cy="7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52"/>
          <p:cNvSpPr/>
          <p:nvPr/>
        </p:nvSpPr>
        <p:spPr>
          <a:xfrm>
            <a:off x="1590120" y="3723480"/>
            <a:ext cx="20880" cy="6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53"/>
          <p:cNvSpPr/>
          <p:nvPr/>
        </p:nvSpPr>
        <p:spPr>
          <a:xfrm>
            <a:off x="1611000" y="3730320"/>
            <a:ext cx="20880" cy="5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54"/>
          <p:cNvSpPr/>
          <p:nvPr/>
        </p:nvSpPr>
        <p:spPr>
          <a:xfrm>
            <a:off x="1631880" y="3736080"/>
            <a:ext cx="2124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55"/>
          <p:cNvSpPr/>
          <p:nvPr/>
        </p:nvSpPr>
        <p:spPr>
          <a:xfrm>
            <a:off x="1653120" y="3740400"/>
            <a:ext cx="2088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56"/>
          <p:cNvSpPr/>
          <p:nvPr/>
        </p:nvSpPr>
        <p:spPr>
          <a:xfrm>
            <a:off x="1674000" y="3744360"/>
            <a:ext cx="2124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57"/>
          <p:cNvSpPr/>
          <p:nvPr/>
        </p:nvSpPr>
        <p:spPr>
          <a:xfrm>
            <a:off x="1695240" y="3746880"/>
            <a:ext cx="20880" cy="1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58"/>
          <p:cNvSpPr/>
          <p:nvPr/>
        </p:nvSpPr>
        <p:spPr>
          <a:xfrm>
            <a:off x="1716120" y="3748320"/>
            <a:ext cx="2124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59"/>
          <p:cNvSpPr/>
          <p:nvPr/>
        </p:nvSpPr>
        <p:spPr>
          <a:xfrm flipV="1">
            <a:off x="1737360" y="3748320"/>
            <a:ext cx="2088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60"/>
          <p:cNvSpPr/>
          <p:nvPr/>
        </p:nvSpPr>
        <p:spPr>
          <a:xfrm flipV="1">
            <a:off x="1758240" y="3746880"/>
            <a:ext cx="20880" cy="1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61"/>
          <p:cNvSpPr/>
          <p:nvPr/>
        </p:nvSpPr>
        <p:spPr>
          <a:xfrm flipV="1">
            <a:off x="1779120" y="3744360"/>
            <a:ext cx="2124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62"/>
          <p:cNvSpPr/>
          <p:nvPr/>
        </p:nvSpPr>
        <p:spPr>
          <a:xfrm flipV="1">
            <a:off x="1800360" y="3740400"/>
            <a:ext cx="2088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63"/>
          <p:cNvSpPr/>
          <p:nvPr/>
        </p:nvSpPr>
        <p:spPr>
          <a:xfrm flipV="1">
            <a:off x="1821240" y="3736080"/>
            <a:ext cx="21240" cy="4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64"/>
          <p:cNvSpPr/>
          <p:nvPr/>
        </p:nvSpPr>
        <p:spPr>
          <a:xfrm flipV="1">
            <a:off x="1842480" y="3730320"/>
            <a:ext cx="20880" cy="5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65"/>
          <p:cNvSpPr/>
          <p:nvPr/>
        </p:nvSpPr>
        <p:spPr>
          <a:xfrm flipV="1">
            <a:off x="1863360" y="3723480"/>
            <a:ext cx="20880" cy="6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66"/>
          <p:cNvSpPr/>
          <p:nvPr/>
        </p:nvSpPr>
        <p:spPr>
          <a:xfrm flipV="1">
            <a:off x="1884240" y="3715560"/>
            <a:ext cx="21240" cy="7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67"/>
          <p:cNvSpPr/>
          <p:nvPr/>
        </p:nvSpPr>
        <p:spPr>
          <a:xfrm flipV="1">
            <a:off x="1905480" y="3706920"/>
            <a:ext cx="2088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68"/>
          <p:cNvSpPr/>
          <p:nvPr/>
        </p:nvSpPr>
        <p:spPr>
          <a:xfrm flipV="1">
            <a:off x="1926360" y="3697200"/>
            <a:ext cx="21240" cy="9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280" rIns="90000" bIns="-35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69"/>
          <p:cNvSpPr/>
          <p:nvPr/>
        </p:nvSpPr>
        <p:spPr>
          <a:xfrm flipV="1">
            <a:off x="1947600" y="3686040"/>
            <a:ext cx="20880" cy="11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70"/>
          <p:cNvSpPr/>
          <p:nvPr/>
        </p:nvSpPr>
        <p:spPr>
          <a:xfrm flipV="1">
            <a:off x="1968480" y="3674160"/>
            <a:ext cx="21240" cy="11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71"/>
          <p:cNvSpPr/>
          <p:nvPr/>
        </p:nvSpPr>
        <p:spPr>
          <a:xfrm flipV="1">
            <a:off x="1989720" y="3661200"/>
            <a:ext cx="20880" cy="12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72"/>
          <p:cNvSpPr/>
          <p:nvPr/>
        </p:nvSpPr>
        <p:spPr>
          <a:xfrm flipV="1">
            <a:off x="2010600" y="3647160"/>
            <a:ext cx="20880" cy="14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73"/>
          <p:cNvSpPr/>
          <p:nvPr/>
        </p:nvSpPr>
        <p:spPr>
          <a:xfrm flipV="1">
            <a:off x="2031480" y="3632400"/>
            <a:ext cx="21240" cy="14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240" rIns="90000" bIns="-30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74"/>
          <p:cNvSpPr/>
          <p:nvPr/>
        </p:nvSpPr>
        <p:spPr>
          <a:xfrm flipV="1">
            <a:off x="2052720" y="3616200"/>
            <a:ext cx="20880" cy="16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75"/>
          <p:cNvSpPr/>
          <p:nvPr/>
        </p:nvSpPr>
        <p:spPr>
          <a:xfrm flipV="1">
            <a:off x="2073600" y="3599280"/>
            <a:ext cx="21240" cy="16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76"/>
          <p:cNvSpPr/>
          <p:nvPr/>
        </p:nvSpPr>
        <p:spPr>
          <a:xfrm flipV="1">
            <a:off x="2094840" y="3580920"/>
            <a:ext cx="20880" cy="18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77"/>
          <p:cNvSpPr/>
          <p:nvPr/>
        </p:nvSpPr>
        <p:spPr>
          <a:xfrm flipV="1">
            <a:off x="2115720" y="3561840"/>
            <a:ext cx="20880" cy="19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78"/>
          <p:cNvSpPr/>
          <p:nvPr/>
        </p:nvSpPr>
        <p:spPr>
          <a:xfrm flipV="1">
            <a:off x="2136600" y="3541680"/>
            <a:ext cx="21240" cy="20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840" rIns="90000" bIns="-24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79"/>
          <p:cNvSpPr/>
          <p:nvPr/>
        </p:nvSpPr>
        <p:spPr>
          <a:xfrm flipV="1">
            <a:off x="2157840" y="3520440"/>
            <a:ext cx="20880" cy="21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80"/>
          <p:cNvSpPr/>
          <p:nvPr/>
        </p:nvSpPr>
        <p:spPr>
          <a:xfrm flipV="1">
            <a:off x="2178720" y="3498120"/>
            <a:ext cx="21240" cy="22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2680" rIns="90000" bIns="-22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81"/>
          <p:cNvSpPr/>
          <p:nvPr/>
        </p:nvSpPr>
        <p:spPr>
          <a:xfrm flipV="1">
            <a:off x="2199960" y="3474720"/>
            <a:ext cx="20880" cy="23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0" rIns="90000" bIns="-21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82"/>
          <p:cNvSpPr/>
          <p:nvPr/>
        </p:nvSpPr>
        <p:spPr>
          <a:xfrm flipV="1">
            <a:off x="2220840" y="3450240"/>
            <a:ext cx="21240" cy="24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83"/>
          <p:cNvSpPr/>
          <p:nvPr/>
        </p:nvSpPr>
        <p:spPr>
          <a:xfrm flipV="1">
            <a:off x="2242080" y="3425040"/>
            <a:ext cx="20880" cy="25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800" rIns="90000" bIns="-19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84"/>
          <p:cNvSpPr/>
          <p:nvPr/>
        </p:nvSpPr>
        <p:spPr>
          <a:xfrm flipV="1">
            <a:off x="2262960" y="3398760"/>
            <a:ext cx="20880" cy="26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85"/>
          <p:cNvSpPr/>
          <p:nvPr/>
        </p:nvSpPr>
        <p:spPr>
          <a:xfrm flipV="1">
            <a:off x="2283840" y="3371040"/>
            <a:ext cx="21240" cy="27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7280" rIns="90000" bIns="-17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86"/>
          <p:cNvSpPr/>
          <p:nvPr/>
        </p:nvSpPr>
        <p:spPr>
          <a:xfrm flipV="1">
            <a:off x="2305080" y="3342600"/>
            <a:ext cx="20880" cy="28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87"/>
          <p:cNvSpPr/>
          <p:nvPr/>
        </p:nvSpPr>
        <p:spPr>
          <a:xfrm flipV="1">
            <a:off x="2325960" y="3313080"/>
            <a:ext cx="21240" cy="29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88"/>
          <p:cNvSpPr/>
          <p:nvPr/>
        </p:nvSpPr>
        <p:spPr>
          <a:xfrm flipV="1">
            <a:off x="2347200" y="3282480"/>
            <a:ext cx="20880" cy="30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0" rIns="90000" bIns="-14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89"/>
          <p:cNvSpPr/>
          <p:nvPr/>
        </p:nvSpPr>
        <p:spPr>
          <a:xfrm flipV="1">
            <a:off x="2368080" y="3250800"/>
            <a:ext cx="21240" cy="31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90"/>
          <p:cNvSpPr/>
          <p:nvPr/>
        </p:nvSpPr>
        <p:spPr>
          <a:xfrm flipV="1">
            <a:off x="2389320" y="3218400"/>
            <a:ext cx="20880" cy="32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600" rIns="90000" bIns="-12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91"/>
          <p:cNvSpPr/>
          <p:nvPr/>
        </p:nvSpPr>
        <p:spPr>
          <a:xfrm flipV="1">
            <a:off x="2410200" y="3184560"/>
            <a:ext cx="20880" cy="33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160" rIns="90000" bIns="-11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92"/>
          <p:cNvSpPr/>
          <p:nvPr/>
        </p:nvSpPr>
        <p:spPr>
          <a:xfrm flipV="1">
            <a:off x="2431080" y="3150000"/>
            <a:ext cx="21240" cy="34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440" rIns="90000" bIns="-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93"/>
          <p:cNvSpPr/>
          <p:nvPr/>
        </p:nvSpPr>
        <p:spPr>
          <a:xfrm flipV="1">
            <a:off x="2452320" y="3114000"/>
            <a:ext cx="20880" cy="36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94"/>
          <p:cNvSpPr/>
          <p:nvPr/>
        </p:nvSpPr>
        <p:spPr>
          <a:xfrm flipV="1">
            <a:off x="2473200" y="3077280"/>
            <a:ext cx="21240" cy="36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95"/>
          <p:cNvSpPr/>
          <p:nvPr/>
        </p:nvSpPr>
        <p:spPr>
          <a:xfrm flipV="1">
            <a:off x="2494440" y="3039480"/>
            <a:ext cx="20880" cy="37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0" rIns="90000" bIns="-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96"/>
          <p:cNvSpPr/>
          <p:nvPr/>
        </p:nvSpPr>
        <p:spPr>
          <a:xfrm flipV="1">
            <a:off x="2515320" y="3000600"/>
            <a:ext cx="20880" cy="38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120" rIns="90000" bIns="-6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97"/>
          <p:cNvSpPr/>
          <p:nvPr/>
        </p:nvSpPr>
        <p:spPr>
          <a:xfrm flipV="1">
            <a:off x="2536200" y="2960640"/>
            <a:ext cx="21240" cy="39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040" rIns="90000" bIns="-5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98"/>
          <p:cNvSpPr/>
          <p:nvPr/>
        </p:nvSpPr>
        <p:spPr>
          <a:xfrm flipV="1">
            <a:off x="2557440" y="2919960"/>
            <a:ext cx="20880" cy="40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" rIns="90000" bIns="-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99"/>
          <p:cNvSpPr/>
          <p:nvPr/>
        </p:nvSpPr>
        <p:spPr>
          <a:xfrm flipV="1">
            <a:off x="2578320" y="2877840"/>
            <a:ext cx="21240" cy="42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" rIns="90000" bIns="-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100"/>
          <p:cNvSpPr/>
          <p:nvPr/>
        </p:nvSpPr>
        <p:spPr>
          <a:xfrm flipV="1">
            <a:off x="2599560" y="2835000"/>
            <a:ext cx="20880" cy="42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60" rIns="90000" bIns="-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101"/>
          <p:cNvSpPr/>
          <p:nvPr/>
        </p:nvSpPr>
        <p:spPr>
          <a:xfrm flipV="1">
            <a:off x="2620440" y="2790720"/>
            <a:ext cx="21240" cy="44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20" rIns="90000" bIns="-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102"/>
          <p:cNvSpPr/>
          <p:nvPr/>
        </p:nvSpPr>
        <p:spPr>
          <a:xfrm flipV="1">
            <a:off x="2641680" y="2745720"/>
            <a:ext cx="20880" cy="45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0" rIns="90000" bIns="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103"/>
          <p:cNvSpPr/>
          <p:nvPr/>
        </p:nvSpPr>
        <p:spPr>
          <a:xfrm flipV="1">
            <a:off x="2662560" y="2699640"/>
            <a:ext cx="20880" cy="46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" rIns="90000" bIns="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104"/>
          <p:cNvSpPr/>
          <p:nvPr/>
        </p:nvSpPr>
        <p:spPr>
          <a:xfrm flipV="1">
            <a:off x="2683440" y="2652480"/>
            <a:ext cx="21240" cy="47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" rIns="90000" bIns="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05"/>
          <p:cNvSpPr/>
          <p:nvPr/>
        </p:nvSpPr>
        <p:spPr>
          <a:xfrm flipV="1">
            <a:off x="2704680" y="2604240"/>
            <a:ext cx="20880" cy="48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40" rIns="90000" bIns="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106"/>
          <p:cNvSpPr/>
          <p:nvPr/>
        </p:nvSpPr>
        <p:spPr>
          <a:xfrm flipV="1">
            <a:off x="2725560" y="2554920"/>
            <a:ext cx="21240" cy="49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320" rIns="90000" bIns="4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107"/>
          <p:cNvSpPr/>
          <p:nvPr/>
        </p:nvSpPr>
        <p:spPr>
          <a:xfrm flipV="1">
            <a:off x="2746800" y="2504880"/>
            <a:ext cx="20880" cy="50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040" rIns="90000" bIns="5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108"/>
          <p:cNvSpPr/>
          <p:nvPr/>
        </p:nvSpPr>
        <p:spPr>
          <a:xfrm flipV="1">
            <a:off x="2767680" y="2453400"/>
            <a:ext cx="21240" cy="51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6480" rIns="90000" bIns="6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109"/>
          <p:cNvSpPr/>
          <p:nvPr/>
        </p:nvSpPr>
        <p:spPr>
          <a:xfrm>
            <a:off x="1682640" y="3694320"/>
            <a:ext cx="109440" cy="109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10"/>
          <p:cNvSpPr/>
          <p:nvPr/>
        </p:nvSpPr>
        <p:spPr>
          <a:xfrm flipV="1">
            <a:off x="4114800" y="2194560"/>
            <a:ext cx="360" cy="18651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111"/>
          <p:cNvSpPr/>
          <p:nvPr/>
        </p:nvSpPr>
        <p:spPr>
          <a:xfrm>
            <a:off x="3063240" y="3438000"/>
            <a:ext cx="210312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112"/>
          <p:cNvSpPr/>
          <p:nvPr/>
        </p:nvSpPr>
        <p:spPr>
          <a:xfrm>
            <a:off x="3063240" y="2578320"/>
            <a:ext cx="20880" cy="154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113"/>
          <p:cNvSpPr/>
          <p:nvPr/>
        </p:nvSpPr>
        <p:spPr>
          <a:xfrm>
            <a:off x="3084120" y="2732400"/>
            <a:ext cx="20880" cy="141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114"/>
          <p:cNvSpPr/>
          <p:nvPr/>
        </p:nvSpPr>
        <p:spPr>
          <a:xfrm>
            <a:off x="3105000" y="2873880"/>
            <a:ext cx="21240" cy="129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115"/>
          <p:cNvSpPr/>
          <p:nvPr/>
        </p:nvSpPr>
        <p:spPr>
          <a:xfrm>
            <a:off x="3126240" y="3003480"/>
            <a:ext cx="20880" cy="118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116"/>
          <p:cNvSpPr/>
          <p:nvPr/>
        </p:nvSpPr>
        <p:spPr>
          <a:xfrm>
            <a:off x="3147120" y="3121920"/>
            <a:ext cx="21240" cy="108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117"/>
          <p:cNvSpPr/>
          <p:nvPr/>
        </p:nvSpPr>
        <p:spPr>
          <a:xfrm>
            <a:off x="3168360" y="3229920"/>
            <a:ext cx="20880" cy="9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118"/>
          <p:cNvSpPr/>
          <p:nvPr/>
        </p:nvSpPr>
        <p:spPr>
          <a:xfrm>
            <a:off x="3189240" y="3327120"/>
            <a:ext cx="20880" cy="87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119"/>
          <p:cNvSpPr/>
          <p:nvPr/>
        </p:nvSpPr>
        <p:spPr>
          <a:xfrm>
            <a:off x="3210120" y="3414960"/>
            <a:ext cx="21240" cy="78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3480" rIns="90000" bIns="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120"/>
          <p:cNvSpPr/>
          <p:nvPr/>
        </p:nvSpPr>
        <p:spPr>
          <a:xfrm>
            <a:off x="3231360" y="3493440"/>
            <a:ext cx="20880" cy="69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480" rIns="90000" bIns="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121"/>
          <p:cNvSpPr/>
          <p:nvPr/>
        </p:nvSpPr>
        <p:spPr>
          <a:xfrm>
            <a:off x="3252240" y="3562920"/>
            <a:ext cx="21240" cy="61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560" rIns="90000" bIns="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122"/>
          <p:cNvSpPr/>
          <p:nvPr/>
        </p:nvSpPr>
        <p:spPr>
          <a:xfrm>
            <a:off x="3273480" y="3624480"/>
            <a:ext cx="20880" cy="53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123"/>
          <p:cNvSpPr/>
          <p:nvPr/>
        </p:nvSpPr>
        <p:spPr>
          <a:xfrm>
            <a:off x="3294360" y="3678120"/>
            <a:ext cx="21240" cy="46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40" rIns="90000" bIns="1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124"/>
          <p:cNvSpPr/>
          <p:nvPr/>
        </p:nvSpPr>
        <p:spPr>
          <a:xfrm>
            <a:off x="3315600" y="3724560"/>
            <a:ext cx="20880" cy="39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400" rIns="90000" bIns="-5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125"/>
          <p:cNvSpPr/>
          <p:nvPr/>
        </p:nvSpPr>
        <p:spPr>
          <a:xfrm>
            <a:off x="3336480" y="3764160"/>
            <a:ext cx="20880" cy="33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880" rIns="90000" bIns="-11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126"/>
          <p:cNvSpPr/>
          <p:nvPr/>
        </p:nvSpPr>
        <p:spPr>
          <a:xfrm>
            <a:off x="3357360" y="3797280"/>
            <a:ext cx="21240" cy="27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127"/>
          <p:cNvSpPr/>
          <p:nvPr/>
        </p:nvSpPr>
        <p:spPr>
          <a:xfrm>
            <a:off x="3378600" y="3824280"/>
            <a:ext cx="20880" cy="21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128"/>
          <p:cNvSpPr/>
          <p:nvPr/>
        </p:nvSpPr>
        <p:spPr>
          <a:xfrm>
            <a:off x="3399480" y="3845880"/>
            <a:ext cx="21240" cy="16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129"/>
          <p:cNvSpPr/>
          <p:nvPr/>
        </p:nvSpPr>
        <p:spPr>
          <a:xfrm>
            <a:off x="3420720" y="3862080"/>
            <a:ext cx="20880" cy="11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130"/>
          <p:cNvSpPr/>
          <p:nvPr/>
        </p:nvSpPr>
        <p:spPr>
          <a:xfrm>
            <a:off x="3441600" y="3873600"/>
            <a:ext cx="2088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131"/>
          <p:cNvSpPr/>
          <p:nvPr/>
        </p:nvSpPr>
        <p:spPr>
          <a:xfrm>
            <a:off x="3462480" y="3880800"/>
            <a:ext cx="2124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132"/>
          <p:cNvSpPr/>
          <p:nvPr/>
        </p:nvSpPr>
        <p:spPr>
          <a:xfrm flipV="1">
            <a:off x="3483720" y="3883320"/>
            <a:ext cx="2088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133"/>
          <p:cNvSpPr/>
          <p:nvPr/>
        </p:nvSpPr>
        <p:spPr>
          <a:xfrm flipV="1">
            <a:off x="3504600" y="3879360"/>
            <a:ext cx="2124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134"/>
          <p:cNvSpPr/>
          <p:nvPr/>
        </p:nvSpPr>
        <p:spPr>
          <a:xfrm flipV="1">
            <a:off x="3525840" y="3872160"/>
            <a:ext cx="2088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135"/>
          <p:cNvSpPr/>
          <p:nvPr/>
        </p:nvSpPr>
        <p:spPr>
          <a:xfrm flipV="1">
            <a:off x="3546720" y="3862800"/>
            <a:ext cx="21240" cy="9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136"/>
          <p:cNvSpPr/>
          <p:nvPr/>
        </p:nvSpPr>
        <p:spPr>
          <a:xfrm flipV="1">
            <a:off x="3567960" y="3850560"/>
            <a:ext cx="20880" cy="12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137"/>
          <p:cNvSpPr/>
          <p:nvPr/>
        </p:nvSpPr>
        <p:spPr>
          <a:xfrm flipV="1">
            <a:off x="3588840" y="3836520"/>
            <a:ext cx="20880" cy="14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138"/>
          <p:cNvSpPr/>
          <p:nvPr/>
        </p:nvSpPr>
        <p:spPr>
          <a:xfrm flipV="1">
            <a:off x="3609720" y="3820320"/>
            <a:ext cx="21240" cy="16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139"/>
          <p:cNvSpPr/>
          <p:nvPr/>
        </p:nvSpPr>
        <p:spPr>
          <a:xfrm flipV="1">
            <a:off x="3630960" y="3803040"/>
            <a:ext cx="20880" cy="17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720" rIns="90000" bIns="-27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140"/>
          <p:cNvSpPr/>
          <p:nvPr/>
        </p:nvSpPr>
        <p:spPr>
          <a:xfrm flipV="1">
            <a:off x="3651840" y="3784320"/>
            <a:ext cx="21240" cy="18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280" rIns="90000" bIns="-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141"/>
          <p:cNvSpPr/>
          <p:nvPr/>
        </p:nvSpPr>
        <p:spPr>
          <a:xfrm flipV="1">
            <a:off x="3673080" y="3764520"/>
            <a:ext cx="20880" cy="19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0" rIns="90000" bIns="-25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142"/>
          <p:cNvSpPr/>
          <p:nvPr/>
        </p:nvSpPr>
        <p:spPr>
          <a:xfrm flipV="1">
            <a:off x="3693960" y="3744000"/>
            <a:ext cx="2124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143"/>
          <p:cNvSpPr/>
          <p:nvPr/>
        </p:nvSpPr>
        <p:spPr>
          <a:xfrm flipV="1">
            <a:off x="3715200" y="3722760"/>
            <a:ext cx="20880" cy="21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44"/>
          <p:cNvSpPr/>
          <p:nvPr/>
        </p:nvSpPr>
        <p:spPr>
          <a:xfrm flipV="1">
            <a:off x="3736080" y="3701160"/>
            <a:ext cx="20880" cy="21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Shape 145"/>
          <p:cNvSpPr/>
          <p:nvPr/>
        </p:nvSpPr>
        <p:spPr>
          <a:xfrm flipV="1">
            <a:off x="3756960" y="3679560"/>
            <a:ext cx="21240" cy="21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146"/>
          <p:cNvSpPr/>
          <p:nvPr/>
        </p:nvSpPr>
        <p:spPr>
          <a:xfrm flipV="1">
            <a:off x="3778200" y="3658320"/>
            <a:ext cx="20880" cy="21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147"/>
          <p:cNvSpPr/>
          <p:nvPr/>
        </p:nvSpPr>
        <p:spPr>
          <a:xfrm flipV="1">
            <a:off x="3799080" y="3637080"/>
            <a:ext cx="21240" cy="21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760" rIns="90000" bIns="-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148"/>
          <p:cNvSpPr/>
          <p:nvPr/>
        </p:nvSpPr>
        <p:spPr>
          <a:xfrm flipV="1">
            <a:off x="3820320" y="3616200"/>
            <a:ext cx="2088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Shape 149"/>
          <p:cNvSpPr/>
          <p:nvPr/>
        </p:nvSpPr>
        <p:spPr>
          <a:xfrm flipV="1">
            <a:off x="3841200" y="3595680"/>
            <a:ext cx="20880" cy="20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480" rIns="90000" bIns="-24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150"/>
          <p:cNvSpPr/>
          <p:nvPr/>
        </p:nvSpPr>
        <p:spPr>
          <a:xfrm flipV="1">
            <a:off x="3862080" y="3576240"/>
            <a:ext cx="21240" cy="19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560" rIns="90000" bIns="-25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151"/>
          <p:cNvSpPr/>
          <p:nvPr/>
        </p:nvSpPr>
        <p:spPr>
          <a:xfrm flipV="1">
            <a:off x="3883320" y="3557520"/>
            <a:ext cx="20880" cy="18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280" rIns="90000" bIns="-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152"/>
          <p:cNvSpPr/>
          <p:nvPr/>
        </p:nvSpPr>
        <p:spPr>
          <a:xfrm flipV="1">
            <a:off x="3904200" y="3539880"/>
            <a:ext cx="21240" cy="17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360" rIns="90000" bIns="-27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153"/>
          <p:cNvSpPr/>
          <p:nvPr/>
        </p:nvSpPr>
        <p:spPr>
          <a:xfrm flipV="1">
            <a:off x="3925440" y="3522960"/>
            <a:ext cx="20880" cy="16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154"/>
          <p:cNvSpPr/>
          <p:nvPr/>
        </p:nvSpPr>
        <p:spPr>
          <a:xfrm flipV="1">
            <a:off x="3946320" y="3507480"/>
            <a:ext cx="2124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155"/>
          <p:cNvSpPr/>
          <p:nvPr/>
        </p:nvSpPr>
        <p:spPr>
          <a:xfrm flipV="1">
            <a:off x="3967560" y="3493440"/>
            <a:ext cx="20880" cy="14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960" rIns="90000" bIns="-30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156"/>
          <p:cNvSpPr/>
          <p:nvPr/>
        </p:nvSpPr>
        <p:spPr>
          <a:xfrm flipV="1">
            <a:off x="3988440" y="3480480"/>
            <a:ext cx="20880" cy="12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157"/>
          <p:cNvSpPr/>
          <p:nvPr/>
        </p:nvSpPr>
        <p:spPr>
          <a:xfrm flipV="1">
            <a:off x="4009320" y="3468960"/>
            <a:ext cx="21240" cy="11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158"/>
          <p:cNvSpPr/>
          <p:nvPr/>
        </p:nvSpPr>
        <p:spPr>
          <a:xfrm flipV="1">
            <a:off x="4030560" y="3458880"/>
            <a:ext cx="20880" cy="10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159"/>
          <p:cNvSpPr/>
          <p:nvPr/>
        </p:nvSpPr>
        <p:spPr>
          <a:xfrm flipV="1">
            <a:off x="4051440" y="3450240"/>
            <a:ext cx="2124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160"/>
          <p:cNvSpPr/>
          <p:nvPr/>
        </p:nvSpPr>
        <p:spPr>
          <a:xfrm flipV="1">
            <a:off x="4072680" y="3443400"/>
            <a:ext cx="20880" cy="6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61"/>
          <p:cNvSpPr/>
          <p:nvPr/>
        </p:nvSpPr>
        <p:spPr>
          <a:xfrm flipV="1">
            <a:off x="4093560" y="3438000"/>
            <a:ext cx="21240" cy="5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0" rIns="90000" bIns="-39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62"/>
          <p:cNvSpPr/>
          <p:nvPr/>
        </p:nvSpPr>
        <p:spPr>
          <a:xfrm flipV="1">
            <a:off x="4114800" y="3434040"/>
            <a:ext cx="2088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163"/>
          <p:cNvSpPr/>
          <p:nvPr/>
        </p:nvSpPr>
        <p:spPr>
          <a:xfrm flipV="1">
            <a:off x="4135680" y="3431880"/>
            <a:ext cx="20880" cy="2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164"/>
          <p:cNvSpPr/>
          <p:nvPr/>
        </p:nvSpPr>
        <p:spPr>
          <a:xfrm flipV="1">
            <a:off x="4156560" y="3430800"/>
            <a:ext cx="2124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65"/>
          <p:cNvSpPr/>
          <p:nvPr/>
        </p:nvSpPr>
        <p:spPr>
          <a:xfrm>
            <a:off x="4177800" y="3430800"/>
            <a:ext cx="2088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66"/>
          <p:cNvSpPr/>
          <p:nvPr/>
        </p:nvSpPr>
        <p:spPr>
          <a:xfrm>
            <a:off x="4198680" y="3431520"/>
            <a:ext cx="21240" cy="2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167"/>
          <p:cNvSpPr/>
          <p:nvPr/>
        </p:nvSpPr>
        <p:spPr>
          <a:xfrm>
            <a:off x="4219920" y="3433680"/>
            <a:ext cx="2088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168"/>
          <p:cNvSpPr/>
          <p:nvPr/>
        </p:nvSpPr>
        <p:spPr>
          <a:xfrm>
            <a:off x="4240800" y="3437280"/>
            <a:ext cx="2088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169"/>
          <p:cNvSpPr/>
          <p:nvPr/>
        </p:nvSpPr>
        <p:spPr>
          <a:xfrm>
            <a:off x="4261680" y="3442320"/>
            <a:ext cx="21240" cy="6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70"/>
          <p:cNvSpPr/>
          <p:nvPr/>
        </p:nvSpPr>
        <p:spPr>
          <a:xfrm>
            <a:off x="4282920" y="3448440"/>
            <a:ext cx="2088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171"/>
          <p:cNvSpPr/>
          <p:nvPr/>
        </p:nvSpPr>
        <p:spPr>
          <a:xfrm>
            <a:off x="4303800" y="3455640"/>
            <a:ext cx="2124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172"/>
          <p:cNvSpPr/>
          <p:nvPr/>
        </p:nvSpPr>
        <p:spPr>
          <a:xfrm>
            <a:off x="4325040" y="3464280"/>
            <a:ext cx="20880" cy="9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173"/>
          <p:cNvSpPr/>
          <p:nvPr/>
        </p:nvSpPr>
        <p:spPr>
          <a:xfrm>
            <a:off x="4345920" y="3473640"/>
            <a:ext cx="21240" cy="10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174"/>
          <p:cNvSpPr/>
          <p:nvPr/>
        </p:nvSpPr>
        <p:spPr>
          <a:xfrm>
            <a:off x="4367160" y="3483720"/>
            <a:ext cx="20880" cy="11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840" rIns="90000" bIns="-33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175"/>
          <p:cNvSpPr/>
          <p:nvPr/>
        </p:nvSpPr>
        <p:spPr>
          <a:xfrm>
            <a:off x="4388040" y="3494880"/>
            <a:ext cx="20880" cy="11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176"/>
          <p:cNvSpPr/>
          <p:nvPr/>
        </p:nvSpPr>
        <p:spPr>
          <a:xfrm>
            <a:off x="4408920" y="3506400"/>
            <a:ext cx="21240" cy="11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177"/>
          <p:cNvSpPr/>
          <p:nvPr/>
        </p:nvSpPr>
        <p:spPr>
          <a:xfrm>
            <a:off x="4430160" y="3518280"/>
            <a:ext cx="20880" cy="12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178"/>
          <p:cNvSpPr/>
          <p:nvPr/>
        </p:nvSpPr>
        <p:spPr>
          <a:xfrm>
            <a:off x="4451040" y="3530520"/>
            <a:ext cx="21240" cy="12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179"/>
          <p:cNvSpPr/>
          <p:nvPr/>
        </p:nvSpPr>
        <p:spPr>
          <a:xfrm>
            <a:off x="4472280" y="3542760"/>
            <a:ext cx="20880" cy="12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180"/>
          <p:cNvSpPr/>
          <p:nvPr/>
        </p:nvSpPr>
        <p:spPr>
          <a:xfrm>
            <a:off x="4493160" y="3555000"/>
            <a:ext cx="20880" cy="11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181"/>
          <p:cNvSpPr/>
          <p:nvPr/>
        </p:nvSpPr>
        <p:spPr>
          <a:xfrm>
            <a:off x="4514040" y="3566520"/>
            <a:ext cx="21240" cy="11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182"/>
          <p:cNvSpPr/>
          <p:nvPr/>
        </p:nvSpPr>
        <p:spPr>
          <a:xfrm>
            <a:off x="4535280" y="3578040"/>
            <a:ext cx="20880" cy="10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183"/>
          <p:cNvSpPr/>
          <p:nvPr/>
        </p:nvSpPr>
        <p:spPr>
          <a:xfrm>
            <a:off x="4556160" y="3588480"/>
            <a:ext cx="21240" cy="9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184"/>
          <p:cNvSpPr/>
          <p:nvPr/>
        </p:nvSpPr>
        <p:spPr>
          <a:xfrm>
            <a:off x="4577400" y="3597840"/>
            <a:ext cx="20880" cy="7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080" rIns="90000" bIns="-37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185"/>
          <p:cNvSpPr/>
          <p:nvPr/>
        </p:nvSpPr>
        <p:spPr>
          <a:xfrm>
            <a:off x="4598280" y="3605760"/>
            <a:ext cx="21240" cy="6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186"/>
          <p:cNvSpPr/>
          <p:nvPr/>
        </p:nvSpPr>
        <p:spPr>
          <a:xfrm>
            <a:off x="4619520" y="3612600"/>
            <a:ext cx="2088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187"/>
          <p:cNvSpPr/>
          <p:nvPr/>
        </p:nvSpPr>
        <p:spPr>
          <a:xfrm>
            <a:off x="4640400" y="3617280"/>
            <a:ext cx="2088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188"/>
          <p:cNvSpPr/>
          <p:nvPr/>
        </p:nvSpPr>
        <p:spPr>
          <a:xfrm>
            <a:off x="4661280" y="3620160"/>
            <a:ext cx="2124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189"/>
          <p:cNvSpPr/>
          <p:nvPr/>
        </p:nvSpPr>
        <p:spPr>
          <a:xfrm flipV="1">
            <a:off x="4682520" y="3618000"/>
            <a:ext cx="20880" cy="2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480" rIns="90000" bIns="-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190"/>
          <p:cNvSpPr/>
          <p:nvPr/>
        </p:nvSpPr>
        <p:spPr>
          <a:xfrm flipV="1">
            <a:off x="4703400" y="3612960"/>
            <a:ext cx="2124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191"/>
          <p:cNvSpPr/>
          <p:nvPr/>
        </p:nvSpPr>
        <p:spPr>
          <a:xfrm flipV="1">
            <a:off x="4724640" y="3603960"/>
            <a:ext cx="20880" cy="9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192"/>
          <p:cNvSpPr/>
          <p:nvPr/>
        </p:nvSpPr>
        <p:spPr>
          <a:xfrm flipV="1">
            <a:off x="4745520" y="3591720"/>
            <a:ext cx="21240" cy="12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193"/>
          <p:cNvSpPr/>
          <p:nvPr/>
        </p:nvSpPr>
        <p:spPr>
          <a:xfrm flipV="1">
            <a:off x="4766760" y="3575160"/>
            <a:ext cx="20880" cy="16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440" rIns="90000" bIns="-28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194"/>
          <p:cNvSpPr/>
          <p:nvPr/>
        </p:nvSpPr>
        <p:spPr>
          <a:xfrm flipV="1">
            <a:off x="4787640" y="3554280"/>
            <a:ext cx="20880" cy="20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195"/>
          <p:cNvSpPr/>
          <p:nvPr/>
        </p:nvSpPr>
        <p:spPr>
          <a:xfrm flipV="1">
            <a:off x="4808520" y="3528720"/>
            <a:ext cx="21240" cy="25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196"/>
          <p:cNvSpPr/>
          <p:nvPr/>
        </p:nvSpPr>
        <p:spPr>
          <a:xfrm flipV="1">
            <a:off x="4829760" y="3497760"/>
            <a:ext cx="20880" cy="30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040" rIns="90000" bIns="-14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197"/>
          <p:cNvSpPr/>
          <p:nvPr/>
        </p:nvSpPr>
        <p:spPr>
          <a:xfrm flipV="1">
            <a:off x="4850640" y="3461400"/>
            <a:ext cx="21240" cy="36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640" rIns="90000" bIns="-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198"/>
          <p:cNvSpPr/>
          <p:nvPr/>
        </p:nvSpPr>
        <p:spPr>
          <a:xfrm flipV="1">
            <a:off x="4871880" y="3418920"/>
            <a:ext cx="20880" cy="42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20" rIns="90000" bIns="-2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199"/>
          <p:cNvSpPr/>
          <p:nvPr/>
        </p:nvSpPr>
        <p:spPr>
          <a:xfrm flipV="1">
            <a:off x="4892760" y="3370320"/>
            <a:ext cx="20880" cy="48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600" rIns="90000" bIns="3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200"/>
          <p:cNvSpPr/>
          <p:nvPr/>
        </p:nvSpPr>
        <p:spPr>
          <a:xfrm flipV="1">
            <a:off x="4913640" y="3314520"/>
            <a:ext cx="21240" cy="55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Shape 201"/>
          <p:cNvSpPr/>
          <p:nvPr/>
        </p:nvSpPr>
        <p:spPr>
          <a:xfrm flipV="1">
            <a:off x="4934880" y="3251520"/>
            <a:ext cx="20880" cy="63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0" rIns="90000" bIns="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202"/>
          <p:cNvSpPr/>
          <p:nvPr/>
        </p:nvSpPr>
        <p:spPr>
          <a:xfrm flipV="1">
            <a:off x="4955760" y="3180600"/>
            <a:ext cx="21240" cy="709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5920" rIns="90000" bIns="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203"/>
          <p:cNvSpPr/>
          <p:nvPr/>
        </p:nvSpPr>
        <p:spPr>
          <a:xfrm flipV="1">
            <a:off x="4977000" y="3101400"/>
            <a:ext cx="20880" cy="79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4200" rIns="90000" bIns="34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204"/>
          <p:cNvSpPr/>
          <p:nvPr/>
        </p:nvSpPr>
        <p:spPr>
          <a:xfrm flipV="1">
            <a:off x="4997880" y="3013920"/>
            <a:ext cx="21240" cy="87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2480" rIns="90000" bIns="42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205"/>
          <p:cNvSpPr/>
          <p:nvPr/>
        </p:nvSpPr>
        <p:spPr>
          <a:xfrm flipV="1">
            <a:off x="5019120" y="2916720"/>
            <a:ext cx="20880" cy="9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206"/>
          <p:cNvSpPr/>
          <p:nvPr/>
        </p:nvSpPr>
        <p:spPr>
          <a:xfrm flipV="1">
            <a:off x="5040000" y="2810160"/>
            <a:ext cx="20880" cy="106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207"/>
          <p:cNvSpPr/>
          <p:nvPr/>
        </p:nvSpPr>
        <p:spPr>
          <a:xfrm flipV="1">
            <a:off x="5060880" y="2693160"/>
            <a:ext cx="21240" cy="1170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208"/>
          <p:cNvSpPr/>
          <p:nvPr/>
        </p:nvSpPr>
        <p:spPr>
          <a:xfrm flipV="1">
            <a:off x="5082120" y="2565360"/>
            <a:ext cx="20880" cy="127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Shape 209"/>
          <p:cNvSpPr/>
          <p:nvPr/>
        </p:nvSpPr>
        <p:spPr>
          <a:xfrm flipV="1">
            <a:off x="5103000" y="2426040"/>
            <a:ext cx="21240" cy="139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210"/>
          <p:cNvSpPr/>
          <p:nvPr/>
        </p:nvSpPr>
        <p:spPr>
          <a:xfrm flipV="1">
            <a:off x="5124240" y="2275200"/>
            <a:ext cx="20880" cy="1508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211"/>
          <p:cNvSpPr/>
          <p:nvPr/>
        </p:nvSpPr>
        <p:spPr>
          <a:xfrm>
            <a:off x="3437280" y="3829320"/>
            <a:ext cx="109440" cy="109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212"/>
          <p:cNvSpPr/>
          <p:nvPr/>
        </p:nvSpPr>
        <p:spPr>
          <a:xfrm>
            <a:off x="4619520" y="356580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213"/>
          <p:cNvSpPr/>
          <p:nvPr/>
        </p:nvSpPr>
        <p:spPr>
          <a:xfrm flipV="1">
            <a:off x="6482880" y="2194560"/>
            <a:ext cx="360" cy="18651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214"/>
          <p:cNvSpPr/>
          <p:nvPr/>
        </p:nvSpPr>
        <p:spPr>
          <a:xfrm>
            <a:off x="5440680" y="3438000"/>
            <a:ext cx="208476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215"/>
          <p:cNvSpPr/>
          <p:nvPr/>
        </p:nvSpPr>
        <p:spPr>
          <a:xfrm flipV="1">
            <a:off x="5496120" y="3944160"/>
            <a:ext cx="27720" cy="73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Shape 216"/>
          <p:cNvSpPr/>
          <p:nvPr/>
        </p:nvSpPr>
        <p:spPr>
          <a:xfrm flipV="1">
            <a:off x="5523840" y="3875040"/>
            <a:ext cx="27720" cy="69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120" rIns="90000" bIns="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217"/>
          <p:cNvSpPr/>
          <p:nvPr/>
        </p:nvSpPr>
        <p:spPr>
          <a:xfrm flipV="1">
            <a:off x="5551560" y="3810240"/>
            <a:ext cx="28080" cy="64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800" rIns="90000" bIns="19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Shape 218"/>
          <p:cNvSpPr/>
          <p:nvPr/>
        </p:nvSpPr>
        <p:spPr>
          <a:xfrm flipV="1">
            <a:off x="5579640" y="3749040"/>
            <a:ext cx="27720" cy="61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219"/>
          <p:cNvSpPr/>
          <p:nvPr/>
        </p:nvSpPr>
        <p:spPr>
          <a:xfrm flipV="1">
            <a:off x="5607360" y="3691440"/>
            <a:ext cx="27720" cy="57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600" rIns="90000" bIns="12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220"/>
          <p:cNvSpPr/>
          <p:nvPr/>
        </p:nvSpPr>
        <p:spPr>
          <a:xfrm flipV="1">
            <a:off x="5635080" y="3637800"/>
            <a:ext cx="27720" cy="53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221"/>
          <p:cNvSpPr/>
          <p:nvPr/>
        </p:nvSpPr>
        <p:spPr>
          <a:xfrm flipV="1">
            <a:off x="5662800" y="3587760"/>
            <a:ext cx="27720" cy="50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040" rIns="90000" bIns="5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222"/>
          <p:cNvSpPr/>
          <p:nvPr/>
        </p:nvSpPr>
        <p:spPr>
          <a:xfrm flipV="1">
            <a:off x="5690520" y="3540960"/>
            <a:ext cx="28080" cy="46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" rIns="90000" bIns="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223"/>
          <p:cNvSpPr/>
          <p:nvPr/>
        </p:nvSpPr>
        <p:spPr>
          <a:xfrm flipV="1">
            <a:off x="5718600" y="3497400"/>
            <a:ext cx="27720" cy="43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" rIns="90000" bIns="-1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224"/>
          <p:cNvSpPr/>
          <p:nvPr/>
        </p:nvSpPr>
        <p:spPr>
          <a:xfrm flipV="1">
            <a:off x="5746320" y="3457080"/>
            <a:ext cx="27720" cy="40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680" rIns="90000" bIns="-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225"/>
          <p:cNvSpPr/>
          <p:nvPr/>
        </p:nvSpPr>
        <p:spPr>
          <a:xfrm flipV="1">
            <a:off x="5774040" y="3419640"/>
            <a:ext cx="27720" cy="37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560" rIns="90000" bIns="-7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Shape 226"/>
          <p:cNvSpPr/>
          <p:nvPr/>
        </p:nvSpPr>
        <p:spPr>
          <a:xfrm flipV="1">
            <a:off x="5801760" y="3385440"/>
            <a:ext cx="28080" cy="34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800" rIns="90000" bIns="-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227"/>
          <p:cNvSpPr/>
          <p:nvPr/>
        </p:nvSpPr>
        <p:spPr>
          <a:xfrm flipV="1">
            <a:off x="5829840" y="3353760"/>
            <a:ext cx="27720" cy="31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228"/>
          <p:cNvSpPr/>
          <p:nvPr/>
        </p:nvSpPr>
        <p:spPr>
          <a:xfrm flipV="1">
            <a:off x="5857560" y="3324960"/>
            <a:ext cx="27720" cy="28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200" rIns="90000" bIns="-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229"/>
          <p:cNvSpPr/>
          <p:nvPr/>
        </p:nvSpPr>
        <p:spPr>
          <a:xfrm flipV="1">
            <a:off x="5885280" y="3298320"/>
            <a:ext cx="27720" cy="26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360" rIns="90000" bIns="-18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230"/>
          <p:cNvSpPr/>
          <p:nvPr/>
        </p:nvSpPr>
        <p:spPr>
          <a:xfrm flipV="1">
            <a:off x="5913000" y="3274560"/>
            <a:ext cx="27720" cy="23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231"/>
          <p:cNvSpPr/>
          <p:nvPr/>
        </p:nvSpPr>
        <p:spPr>
          <a:xfrm flipV="1">
            <a:off x="5940720" y="3252960"/>
            <a:ext cx="28080" cy="21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232"/>
          <p:cNvSpPr/>
          <p:nvPr/>
        </p:nvSpPr>
        <p:spPr>
          <a:xfrm flipV="1">
            <a:off x="5968800" y="3233880"/>
            <a:ext cx="27720" cy="19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233"/>
          <p:cNvSpPr/>
          <p:nvPr/>
        </p:nvSpPr>
        <p:spPr>
          <a:xfrm flipV="1">
            <a:off x="5996520" y="3216600"/>
            <a:ext cx="27720" cy="17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720" rIns="90000" bIns="-27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234"/>
          <p:cNvSpPr/>
          <p:nvPr/>
        </p:nvSpPr>
        <p:spPr>
          <a:xfrm flipV="1">
            <a:off x="6024240" y="3201120"/>
            <a:ext cx="27720" cy="154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520" rIns="90000" bIns="-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235"/>
          <p:cNvSpPr/>
          <p:nvPr/>
        </p:nvSpPr>
        <p:spPr>
          <a:xfrm flipV="1">
            <a:off x="6051960" y="3187800"/>
            <a:ext cx="27720" cy="13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680" rIns="90000" bIns="-31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236"/>
          <p:cNvSpPr/>
          <p:nvPr/>
        </p:nvSpPr>
        <p:spPr>
          <a:xfrm flipV="1">
            <a:off x="6079680" y="3175920"/>
            <a:ext cx="28080" cy="11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120" rIns="90000" bIns="-33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Shape 237"/>
          <p:cNvSpPr/>
          <p:nvPr/>
        </p:nvSpPr>
        <p:spPr>
          <a:xfrm flipV="1">
            <a:off x="6107760" y="3165840"/>
            <a:ext cx="27720" cy="10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238"/>
          <p:cNvSpPr/>
          <p:nvPr/>
        </p:nvSpPr>
        <p:spPr>
          <a:xfrm flipV="1">
            <a:off x="6135480" y="3157200"/>
            <a:ext cx="2772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239"/>
          <p:cNvSpPr/>
          <p:nvPr/>
        </p:nvSpPr>
        <p:spPr>
          <a:xfrm flipV="1">
            <a:off x="6163200" y="3150000"/>
            <a:ext cx="2772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240"/>
          <p:cNvSpPr/>
          <p:nvPr/>
        </p:nvSpPr>
        <p:spPr>
          <a:xfrm flipV="1">
            <a:off x="6190920" y="3144240"/>
            <a:ext cx="28080" cy="5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241"/>
          <p:cNvSpPr/>
          <p:nvPr/>
        </p:nvSpPr>
        <p:spPr>
          <a:xfrm flipV="1">
            <a:off x="6219000" y="3139200"/>
            <a:ext cx="27720" cy="50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960" rIns="90000" bIns="-39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242"/>
          <p:cNvSpPr/>
          <p:nvPr/>
        </p:nvSpPr>
        <p:spPr>
          <a:xfrm flipV="1">
            <a:off x="6246720" y="3135600"/>
            <a:ext cx="27720" cy="3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400" rIns="90000" bIns="-41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243"/>
          <p:cNvSpPr/>
          <p:nvPr/>
        </p:nvSpPr>
        <p:spPr>
          <a:xfrm flipV="1">
            <a:off x="6274440" y="3132360"/>
            <a:ext cx="27720" cy="3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244"/>
          <p:cNvSpPr/>
          <p:nvPr/>
        </p:nvSpPr>
        <p:spPr>
          <a:xfrm flipV="1">
            <a:off x="6302160" y="3130200"/>
            <a:ext cx="27720" cy="2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245"/>
          <p:cNvSpPr/>
          <p:nvPr/>
        </p:nvSpPr>
        <p:spPr>
          <a:xfrm flipV="1">
            <a:off x="6329880" y="3128760"/>
            <a:ext cx="28080" cy="1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246"/>
          <p:cNvSpPr/>
          <p:nvPr/>
        </p:nvSpPr>
        <p:spPr>
          <a:xfrm flipV="1">
            <a:off x="6357960" y="3128040"/>
            <a:ext cx="2772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247"/>
          <p:cNvSpPr/>
          <p:nvPr/>
        </p:nvSpPr>
        <p:spPr>
          <a:xfrm flipV="1">
            <a:off x="6385680" y="3127320"/>
            <a:ext cx="27720" cy="7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248"/>
          <p:cNvSpPr/>
          <p:nvPr/>
        </p:nvSpPr>
        <p:spPr>
          <a:xfrm flipV="1">
            <a:off x="6413400" y="3126960"/>
            <a:ext cx="2772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Shape 249"/>
          <p:cNvSpPr/>
          <p:nvPr/>
        </p:nvSpPr>
        <p:spPr>
          <a:xfrm>
            <a:off x="6441120" y="3126960"/>
            <a:ext cx="27720" cy="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Shape 250"/>
          <p:cNvSpPr/>
          <p:nvPr/>
        </p:nvSpPr>
        <p:spPr>
          <a:xfrm>
            <a:off x="6468840" y="3126960"/>
            <a:ext cx="28080" cy="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251"/>
          <p:cNvSpPr/>
          <p:nvPr/>
        </p:nvSpPr>
        <p:spPr>
          <a:xfrm>
            <a:off x="6496920" y="3126960"/>
            <a:ext cx="27720" cy="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252"/>
          <p:cNvSpPr/>
          <p:nvPr/>
        </p:nvSpPr>
        <p:spPr>
          <a:xfrm flipV="1">
            <a:off x="6524640" y="3126600"/>
            <a:ext cx="2772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253"/>
          <p:cNvSpPr/>
          <p:nvPr/>
        </p:nvSpPr>
        <p:spPr>
          <a:xfrm flipV="1">
            <a:off x="6552360" y="3126240"/>
            <a:ext cx="27720" cy="3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254"/>
          <p:cNvSpPr/>
          <p:nvPr/>
        </p:nvSpPr>
        <p:spPr>
          <a:xfrm flipV="1">
            <a:off x="6580080" y="3125160"/>
            <a:ext cx="28080" cy="1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920" rIns="90000" bIns="-43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255"/>
          <p:cNvSpPr/>
          <p:nvPr/>
        </p:nvSpPr>
        <p:spPr>
          <a:xfrm flipV="1">
            <a:off x="6608160" y="3123720"/>
            <a:ext cx="27720" cy="1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560" rIns="90000" bIns="-43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256"/>
          <p:cNvSpPr/>
          <p:nvPr/>
        </p:nvSpPr>
        <p:spPr>
          <a:xfrm flipV="1">
            <a:off x="6635880" y="3121560"/>
            <a:ext cx="27720" cy="2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840" rIns="90000" bIns="-42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257"/>
          <p:cNvSpPr/>
          <p:nvPr/>
        </p:nvSpPr>
        <p:spPr>
          <a:xfrm flipV="1">
            <a:off x="6663600" y="3118680"/>
            <a:ext cx="27720" cy="28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2120" rIns="90000" bIns="-42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258"/>
          <p:cNvSpPr/>
          <p:nvPr/>
        </p:nvSpPr>
        <p:spPr>
          <a:xfrm flipV="1">
            <a:off x="6691320" y="3114720"/>
            <a:ext cx="27720" cy="39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040" rIns="90000" bIns="-41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259"/>
          <p:cNvSpPr/>
          <p:nvPr/>
        </p:nvSpPr>
        <p:spPr>
          <a:xfrm flipV="1">
            <a:off x="6719040" y="3110040"/>
            <a:ext cx="28080" cy="4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320" rIns="90000" bIns="-40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260"/>
          <p:cNvSpPr/>
          <p:nvPr/>
        </p:nvSpPr>
        <p:spPr>
          <a:xfrm flipV="1">
            <a:off x="6747120" y="3103920"/>
            <a:ext cx="27720" cy="6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880" rIns="90000" bIns="-38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261"/>
          <p:cNvSpPr/>
          <p:nvPr/>
        </p:nvSpPr>
        <p:spPr>
          <a:xfrm flipV="1">
            <a:off x="6774840" y="3096720"/>
            <a:ext cx="27720" cy="7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7800" rIns="90000" bIns="-37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262"/>
          <p:cNvSpPr/>
          <p:nvPr/>
        </p:nvSpPr>
        <p:spPr>
          <a:xfrm flipV="1">
            <a:off x="6802560" y="3088080"/>
            <a:ext cx="27720" cy="8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360" rIns="90000" bIns="-36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Shape 263"/>
          <p:cNvSpPr/>
          <p:nvPr/>
        </p:nvSpPr>
        <p:spPr>
          <a:xfrm flipV="1">
            <a:off x="6830280" y="3078000"/>
            <a:ext cx="28080" cy="10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920" rIns="90000" bIns="-34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264"/>
          <p:cNvSpPr/>
          <p:nvPr/>
        </p:nvSpPr>
        <p:spPr>
          <a:xfrm flipV="1">
            <a:off x="6858360" y="3066480"/>
            <a:ext cx="27720" cy="115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265"/>
          <p:cNvSpPr/>
          <p:nvPr/>
        </p:nvSpPr>
        <p:spPr>
          <a:xfrm flipV="1">
            <a:off x="6886080" y="3052800"/>
            <a:ext cx="27720" cy="13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1320" rIns="90000" bIns="-31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266"/>
          <p:cNvSpPr/>
          <p:nvPr/>
        </p:nvSpPr>
        <p:spPr>
          <a:xfrm flipV="1">
            <a:off x="6913800" y="3037680"/>
            <a:ext cx="27720" cy="151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880" rIns="90000" bIns="-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267"/>
          <p:cNvSpPr/>
          <p:nvPr/>
        </p:nvSpPr>
        <p:spPr>
          <a:xfrm flipV="1">
            <a:off x="6941520" y="3020400"/>
            <a:ext cx="27720" cy="17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7720" rIns="90000" bIns="-27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268"/>
          <p:cNvSpPr/>
          <p:nvPr/>
        </p:nvSpPr>
        <p:spPr>
          <a:xfrm flipV="1">
            <a:off x="6969240" y="3000960"/>
            <a:ext cx="28080" cy="194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560" rIns="90000" bIns="-25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269"/>
          <p:cNvSpPr/>
          <p:nvPr/>
        </p:nvSpPr>
        <p:spPr>
          <a:xfrm flipV="1">
            <a:off x="6997320" y="2979360"/>
            <a:ext cx="27720" cy="216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400" rIns="90000" bIns="-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270"/>
          <p:cNvSpPr/>
          <p:nvPr/>
        </p:nvSpPr>
        <p:spPr>
          <a:xfrm flipV="1">
            <a:off x="7025040" y="2955600"/>
            <a:ext cx="27720" cy="23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240" rIns="90000" bIns="-21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271"/>
          <p:cNvSpPr/>
          <p:nvPr/>
        </p:nvSpPr>
        <p:spPr>
          <a:xfrm flipV="1">
            <a:off x="7052760" y="2929320"/>
            <a:ext cx="27720" cy="262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272"/>
          <p:cNvSpPr/>
          <p:nvPr/>
        </p:nvSpPr>
        <p:spPr>
          <a:xfrm flipV="1">
            <a:off x="7080480" y="2900520"/>
            <a:ext cx="27720" cy="28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200" rIns="90000" bIns="-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273"/>
          <p:cNvSpPr/>
          <p:nvPr/>
        </p:nvSpPr>
        <p:spPr>
          <a:xfrm flipV="1">
            <a:off x="7108200" y="2868840"/>
            <a:ext cx="28080" cy="316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3320" rIns="90000" bIns="-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274"/>
          <p:cNvSpPr/>
          <p:nvPr/>
        </p:nvSpPr>
        <p:spPr>
          <a:xfrm flipV="1">
            <a:off x="7136280" y="2834280"/>
            <a:ext cx="27720" cy="34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440" rIns="90000" bIns="-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Shape 275"/>
          <p:cNvSpPr/>
          <p:nvPr/>
        </p:nvSpPr>
        <p:spPr>
          <a:xfrm flipV="1">
            <a:off x="7164000" y="2797200"/>
            <a:ext cx="27720" cy="37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920" rIns="90000" bIns="-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Shape 276"/>
          <p:cNvSpPr/>
          <p:nvPr/>
        </p:nvSpPr>
        <p:spPr>
          <a:xfrm flipV="1">
            <a:off x="7191720" y="2756880"/>
            <a:ext cx="27720" cy="4032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680" rIns="90000" bIns="-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277"/>
          <p:cNvSpPr/>
          <p:nvPr/>
        </p:nvSpPr>
        <p:spPr>
          <a:xfrm flipV="1">
            <a:off x="7219440" y="2713320"/>
            <a:ext cx="28080" cy="435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" rIns="90000" bIns="-1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278"/>
          <p:cNvSpPr/>
          <p:nvPr/>
        </p:nvSpPr>
        <p:spPr>
          <a:xfrm flipV="1">
            <a:off x="7247520" y="2666520"/>
            <a:ext cx="27720" cy="468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00" rIns="90000" bIns="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279"/>
          <p:cNvSpPr/>
          <p:nvPr/>
        </p:nvSpPr>
        <p:spPr>
          <a:xfrm flipV="1">
            <a:off x="7275240" y="2616120"/>
            <a:ext cx="27720" cy="504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280"/>
          <p:cNvSpPr/>
          <p:nvPr/>
        </p:nvSpPr>
        <p:spPr>
          <a:xfrm flipV="1">
            <a:off x="7302960" y="2562480"/>
            <a:ext cx="27720" cy="536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281"/>
          <p:cNvSpPr/>
          <p:nvPr/>
        </p:nvSpPr>
        <p:spPr>
          <a:xfrm flipV="1">
            <a:off x="7330680" y="2505240"/>
            <a:ext cx="27720" cy="5724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282"/>
          <p:cNvSpPr/>
          <p:nvPr/>
        </p:nvSpPr>
        <p:spPr>
          <a:xfrm flipV="1">
            <a:off x="7358400" y="2444040"/>
            <a:ext cx="28080" cy="6120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283"/>
          <p:cNvSpPr/>
          <p:nvPr/>
        </p:nvSpPr>
        <p:spPr>
          <a:xfrm flipV="1">
            <a:off x="7386480" y="2378880"/>
            <a:ext cx="27720" cy="651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160" rIns="90000" bIns="20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284"/>
          <p:cNvSpPr/>
          <p:nvPr/>
        </p:nvSpPr>
        <p:spPr>
          <a:xfrm flipV="1">
            <a:off x="7414200" y="2310120"/>
            <a:ext cx="27720" cy="6876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760" rIns="90000" bIns="23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285"/>
          <p:cNvSpPr/>
          <p:nvPr/>
        </p:nvSpPr>
        <p:spPr>
          <a:xfrm flipV="1">
            <a:off x="7441920" y="2237040"/>
            <a:ext cx="27720" cy="73080"/>
          </a:xfrm>
          <a:prstGeom prst="line">
            <a:avLst/>
          </a:prstGeom>
          <a:ln w="38100">
            <a:solidFill>
              <a:srgbClr val="5755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286"/>
          <p:cNvSpPr/>
          <p:nvPr/>
        </p:nvSpPr>
        <p:spPr>
          <a:xfrm>
            <a:off x="6428160" y="307224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287"/>
          <p:cNvSpPr/>
          <p:nvPr/>
        </p:nvSpPr>
        <p:spPr>
          <a:xfrm>
            <a:off x="594360" y="420624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Convex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One minimum, the global one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288"/>
          <p:cNvSpPr/>
          <p:nvPr/>
        </p:nvSpPr>
        <p:spPr>
          <a:xfrm>
            <a:off x="2971800" y="420624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Non-convex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Local (red) vs. global (green)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289"/>
          <p:cNvSpPr/>
          <p:nvPr/>
        </p:nvSpPr>
        <p:spPr>
          <a:xfrm>
            <a:off x="5349240" y="4206240"/>
            <a:ext cx="2285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Flat spot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f′ = 0 but not a minimum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290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Text 291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Where does descent end up?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Convex: you always reach the bottom.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Non-convex: you may stop in a local dip, depending on where you started.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A flat spot has zero slope but is not a minimum — a plateau.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Real loss surfaces mix all three.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1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Saddle Point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Shape 4"/>
          <p:cNvSpPr/>
          <p:nvPr/>
        </p:nvSpPr>
        <p:spPr>
          <a:xfrm>
            <a:off x="685800" y="1920240"/>
            <a:ext cx="3108600" cy="2468520"/>
          </a:xfrm>
          <a:prstGeom prst="roundRect">
            <a:avLst>
              <a:gd name="adj" fmla="val 3704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5"/>
          <p:cNvSpPr/>
          <p:nvPr/>
        </p:nvSpPr>
        <p:spPr>
          <a:xfrm>
            <a:off x="4023360" y="1920240"/>
            <a:ext cx="3108600" cy="2468520"/>
          </a:xfrm>
          <a:prstGeom prst="roundRect">
            <a:avLst>
              <a:gd name="adj" fmla="val 3704"/>
            </a:avLst>
          </a:prstGeom>
          <a:solidFill>
            <a:srgbClr val="FBFA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6"/>
          <p:cNvSpPr/>
          <p:nvPr/>
        </p:nvSpPr>
        <p:spPr>
          <a:xfrm flipV="1">
            <a:off x="2468880" y="2148840"/>
            <a:ext cx="360" cy="25146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7"/>
          <p:cNvSpPr/>
          <p:nvPr/>
        </p:nvSpPr>
        <p:spPr>
          <a:xfrm>
            <a:off x="868680" y="3405960"/>
            <a:ext cx="32004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Shape 8"/>
          <p:cNvSpPr/>
          <p:nvPr/>
        </p:nvSpPr>
        <p:spPr>
          <a:xfrm>
            <a:off x="1119960" y="2223360"/>
            <a:ext cx="23040" cy="73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Shape 9"/>
          <p:cNvSpPr/>
          <p:nvPr/>
        </p:nvSpPr>
        <p:spPr>
          <a:xfrm>
            <a:off x="1143000" y="2297160"/>
            <a:ext cx="22680" cy="720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0"/>
          <p:cNvSpPr/>
          <p:nvPr/>
        </p:nvSpPr>
        <p:spPr>
          <a:xfrm>
            <a:off x="1165680" y="2369160"/>
            <a:ext cx="23040" cy="71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11"/>
          <p:cNvSpPr/>
          <p:nvPr/>
        </p:nvSpPr>
        <p:spPr>
          <a:xfrm>
            <a:off x="1188720" y="2440440"/>
            <a:ext cx="22680" cy="698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Shape 12"/>
          <p:cNvSpPr/>
          <p:nvPr/>
        </p:nvSpPr>
        <p:spPr>
          <a:xfrm>
            <a:off x="1211400" y="2510280"/>
            <a:ext cx="23040" cy="684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400" rIns="90000" bIns="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13"/>
          <p:cNvSpPr/>
          <p:nvPr/>
        </p:nvSpPr>
        <p:spPr>
          <a:xfrm>
            <a:off x="1234440" y="2578680"/>
            <a:ext cx="22680" cy="67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2320" rIns="90000" bIns="22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14"/>
          <p:cNvSpPr/>
          <p:nvPr/>
        </p:nvSpPr>
        <p:spPr>
          <a:xfrm>
            <a:off x="1257120" y="2646000"/>
            <a:ext cx="23040" cy="65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15"/>
          <p:cNvSpPr/>
          <p:nvPr/>
        </p:nvSpPr>
        <p:spPr>
          <a:xfrm>
            <a:off x="1280160" y="2711880"/>
            <a:ext cx="22680" cy="64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800" rIns="90000" bIns="19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Shape 16"/>
          <p:cNvSpPr/>
          <p:nvPr/>
        </p:nvSpPr>
        <p:spPr>
          <a:xfrm>
            <a:off x="1302840" y="2776680"/>
            <a:ext cx="23040" cy="63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360" rIns="90000" bIns="18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17"/>
          <p:cNvSpPr/>
          <p:nvPr/>
        </p:nvSpPr>
        <p:spPr>
          <a:xfrm>
            <a:off x="1325880" y="2840040"/>
            <a:ext cx="22680" cy="62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280" rIns="90000" bIns="17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18"/>
          <p:cNvSpPr/>
          <p:nvPr/>
        </p:nvSpPr>
        <p:spPr>
          <a:xfrm>
            <a:off x="1348560" y="2902320"/>
            <a:ext cx="23040" cy="61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19"/>
          <p:cNvSpPr/>
          <p:nvPr/>
        </p:nvSpPr>
        <p:spPr>
          <a:xfrm>
            <a:off x="1371600" y="2963520"/>
            <a:ext cx="22680" cy="59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760" rIns="90000" bIns="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20"/>
          <p:cNvSpPr/>
          <p:nvPr/>
        </p:nvSpPr>
        <p:spPr>
          <a:xfrm>
            <a:off x="1394280" y="3023280"/>
            <a:ext cx="23040" cy="58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Shape 21"/>
          <p:cNvSpPr/>
          <p:nvPr/>
        </p:nvSpPr>
        <p:spPr>
          <a:xfrm>
            <a:off x="1417320" y="3081600"/>
            <a:ext cx="22680" cy="57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22"/>
          <p:cNvSpPr/>
          <p:nvPr/>
        </p:nvSpPr>
        <p:spPr>
          <a:xfrm>
            <a:off x="1440000" y="3138840"/>
            <a:ext cx="23040" cy="55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23"/>
          <p:cNvSpPr/>
          <p:nvPr/>
        </p:nvSpPr>
        <p:spPr>
          <a:xfrm>
            <a:off x="1463040" y="3194640"/>
            <a:ext cx="22680" cy="54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24"/>
          <p:cNvSpPr/>
          <p:nvPr/>
        </p:nvSpPr>
        <p:spPr>
          <a:xfrm>
            <a:off x="1485720" y="3249360"/>
            <a:ext cx="23040" cy="536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Shape 25"/>
          <p:cNvSpPr/>
          <p:nvPr/>
        </p:nvSpPr>
        <p:spPr>
          <a:xfrm>
            <a:off x="1508760" y="3303000"/>
            <a:ext cx="22680" cy="52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26"/>
          <p:cNvSpPr/>
          <p:nvPr/>
        </p:nvSpPr>
        <p:spPr>
          <a:xfrm>
            <a:off x="1531440" y="3355200"/>
            <a:ext cx="23040" cy="50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27"/>
          <p:cNvSpPr/>
          <p:nvPr/>
        </p:nvSpPr>
        <p:spPr>
          <a:xfrm>
            <a:off x="1554480" y="3405960"/>
            <a:ext cx="22680" cy="496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28"/>
          <p:cNvSpPr/>
          <p:nvPr/>
        </p:nvSpPr>
        <p:spPr>
          <a:xfrm>
            <a:off x="1577160" y="3455640"/>
            <a:ext cx="23040" cy="48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40" rIns="90000" bIns="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29"/>
          <p:cNvSpPr/>
          <p:nvPr/>
        </p:nvSpPr>
        <p:spPr>
          <a:xfrm>
            <a:off x="1600200" y="3503880"/>
            <a:ext cx="22680" cy="47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" rIns="90000" bIns="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Shape 30"/>
          <p:cNvSpPr/>
          <p:nvPr/>
        </p:nvSpPr>
        <p:spPr>
          <a:xfrm>
            <a:off x="1622880" y="3551040"/>
            <a:ext cx="23040" cy="46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" rIns="90000" bIns="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Shape 31"/>
          <p:cNvSpPr/>
          <p:nvPr/>
        </p:nvSpPr>
        <p:spPr>
          <a:xfrm>
            <a:off x="1645920" y="3597120"/>
            <a:ext cx="22680" cy="446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" rIns="90000" bIns="-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Shape 32"/>
          <p:cNvSpPr/>
          <p:nvPr/>
        </p:nvSpPr>
        <p:spPr>
          <a:xfrm>
            <a:off x="1668600" y="3641760"/>
            <a:ext cx="23040" cy="43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" rIns="90000" bIns="-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33"/>
          <p:cNvSpPr/>
          <p:nvPr/>
        </p:nvSpPr>
        <p:spPr>
          <a:xfrm>
            <a:off x="1691640" y="3684960"/>
            <a:ext cx="22680" cy="421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" rIns="90000" bIns="-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34"/>
          <p:cNvSpPr/>
          <p:nvPr/>
        </p:nvSpPr>
        <p:spPr>
          <a:xfrm>
            <a:off x="1714320" y="3727080"/>
            <a:ext cx="23040" cy="41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35"/>
          <p:cNvSpPr/>
          <p:nvPr/>
        </p:nvSpPr>
        <p:spPr>
          <a:xfrm>
            <a:off x="1737360" y="3768120"/>
            <a:ext cx="22680" cy="396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400" rIns="90000" bIns="-5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36"/>
          <p:cNvSpPr/>
          <p:nvPr/>
        </p:nvSpPr>
        <p:spPr>
          <a:xfrm>
            <a:off x="1760040" y="3807720"/>
            <a:ext cx="23040" cy="38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Shape 37"/>
          <p:cNvSpPr/>
          <p:nvPr/>
        </p:nvSpPr>
        <p:spPr>
          <a:xfrm>
            <a:off x="1783080" y="3845880"/>
            <a:ext cx="22680" cy="37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920" rIns="90000" bIns="-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38"/>
          <p:cNvSpPr/>
          <p:nvPr/>
        </p:nvSpPr>
        <p:spPr>
          <a:xfrm>
            <a:off x="1805760" y="3882960"/>
            <a:ext cx="23040" cy="360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39"/>
          <p:cNvSpPr/>
          <p:nvPr/>
        </p:nvSpPr>
        <p:spPr>
          <a:xfrm>
            <a:off x="1828800" y="3918960"/>
            <a:ext cx="22680" cy="345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440" rIns="90000" bIns="-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Shape 40"/>
          <p:cNvSpPr/>
          <p:nvPr/>
        </p:nvSpPr>
        <p:spPr>
          <a:xfrm>
            <a:off x="1851480" y="3953520"/>
            <a:ext cx="23040" cy="334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520" rIns="90000" bIns="-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Shape 41"/>
          <p:cNvSpPr/>
          <p:nvPr/>
        </p:nvSpPr>
        <p:spPr>
          <a:xfrm>
            <a:off x="1874520" y="3987000"/>
            <a:ext cx="22680" cy="32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42"/>
          <p:cNvSpPr/>
          <p:nvPr/>
        </p:nvSpPr>
        <p:spPr>
          <a:xfrm>
            <a:off x="1897200" y="4019040"/>
            <a:ext cx="23040" cy="306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0" rIns="90000" bIns="-14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Shape 43"/>
          <p:cNvSpPr/>
          <p:nvPr/>
        </p:nvSpPr>
        <p:spPr>
          <a:xfrm>
            <a:off x="1920240" y="4049640"/>
            <a:ext cx="22680" cy="295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Shape 44"/>
          <p:cNvSpPr/>
          <p:nvPr/>
        </p:nvSpPr>
        <p:spPr>
          <a:xfrm>
            <a:off x="1942920" y="4079160"/>
            <a:ext cx="23040" cy="28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45"/>
          <p:cNvSpPr/>
          <p:nvPr/>
        </p:nvSpPr>
        <p:spPr>
          <a:xfrm>
            <a:off x="1965960" y="4107600"/>
            <a:ext cx="22680" cy="270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Shape 46"/>
          <p:cNvSpPr/>
          <p:nvPr/>
        </p:nvSpPr>
        <p:spPr>
          <a:xfrm>
            <a:off x="1988640" y="4134600"/>
            <a:ext cx="23040" cy="259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080" rIns="90000" bIns="-19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Shape 47"/>
          <p:cNvSpPr/>
          <p:nvPr/>
        </p:nvSpPr>
        <p:spPr>
          <a:xfrm>
            <a:off x="2011680" y="4160520"/>
            <a:ext cx="22680" cy="244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48"/>
          <p:cNvSpPr/>
          <p:nvPr/>
        </p:nvSpPr>
        <p:spPr>
          <a:xfrm>
            <a:off x="2034360" y="4185000"/>
            <a:ext cx="23040" cy="23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49"/>
          <p:cNvSpPr/>
          <p:nvPr/>
        </p:nvSpPr>
        <p:spPr>
          <a:xfrm>
            <a:off x="2057400" y="4208040"/>
            <a:ext cx="22680" cy="219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50"/>
          <p:cNvSpPr/>
          <p:nvPr/>
        </p:nvSpPr>
        <p:spPr>
          <a:xfrm>
            <a:off x="2080080" y="4230000"/>
            <a:ext cx="23040" cy="20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Shape 51"/>
          <p:cNvSpPr/>
          <p:nvPr/>
        </p:nvSpPr>
        <p:spPr>
          <a:xfrm>
            <a:off x="2103120" y="4250880"/>
            <a:ext cx="22680" cy="19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560" rIns="90000" bIns="-25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52"/>
          <p:cNvSpPr/>
          <p:nvPr/>
        </p:nvSpPr>
        <p:spPr>
          <a:xfrm>
            <a:off x="2125800" y="4270320"/>
            <a:ext cx="23040" cy="18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53"/>
          <p:cNvSpPr/>
          <p:nvPr/>
        </p:nvSpPr>
        <p:spPr>
          <a:xfrm>
            <a:off x="2148840" y="4288680"/>
            <a:ext cx="22680" cy="169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54"/>
          <p:cNvSpPr/>
          <p:nvPr/>
        </p:nvSpPr>
        <p:spPr>
          <a:xfrm>
            <a:off x="2171520" y="4305600"/>
            <a:ext cx="23040" cy="158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Shape 55"/>
          <p:cNvSpPr/>
          <p:nvPr/>
        </p:nvSpPr>
        <p:spPr>
          <a:xfrm>
            <a:off x="2194560" y="4321440"/>
            <a:ext cx="22680" cy="144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56"/>
          <p:cNvSpPr/>
          <p:nvPr/>
        </p:nvSpPr>
        <p:spPr>
          <a:xfrm>
            <a:off x="2217240" y="4335840"/>
            <a:ext cx="23040" cy="129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Shape 57"/>
          <p:cNvSpPr/>
          <p:nvPr/>
        </p:nvSpPr>
        <p:spPr>
          <a:xfrm>
            <a:off x="2240280" y="4348800"/>
            <a:ext cx="22680" cy="12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58"/>
          <p:cNvSpPr/>
          <p:nvPr/>
        </p:nvSpPr>
        <p:spPr>
          <a:xfrm>
            <a:off x="2262960" y="4361040"/>
            <a:ext cx="23040" cy="10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Shape 59"/>
          <p:cNvSpPr/>
          <p:nvPr/>
        </p:nvSpPr>
        <p:spPr>
          <a:xfrm>
            <a:off x="2286000" y="4371480"/>
            <a:ext cx="22680" cy="9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60"/>
          <p:cNvSpPr/>
          <p:nvPr/>
        </p:nvSpPr>
        <p:spPr>
          <a:xfrm>
            <a:off x="2308680" y="4380840"/>
            <a:ext cx="23040" cy="8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Shape 61"/>
          <p:cNvSpPr/>
          <p:nvPr/>
        </p:nvSpPr>
        <p:spPr>
          <a:xfrm>
            <a:off x="2331720" y="4389120"/>
            <a:ext cx="22680" cy="68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62"/>
          <p:cNvSpPr/>
          <p:nvPr/>
        </p:nvSpPr>
        <p:spPr>
          <a:xfrm>
            <a:off x="2354400" y="4395960"/>
            <a:ext cx="23040" cy="5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63"/>
          <p:cNvSpPr/>
          <p:nvPr/>
        </p:nvSpPr>
        <p:spPr>
          <a:xfrm>
            <a:off x="2377440" y="4401720"/>
            <a:ext cx="22680" cy="4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Shape 64"/>
          <p:cNvSpPr/>
          <p:nvPr/>
        </p:nvSpPr>
        <p:spPr>
          <a:xfrm>
            <a:off x="2400120" y="4406040"/>
            <a:ext cx="23040" cy="3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Shape 65"/>
          <p:cNvSpPr/>
          <p:nvPr/>
        </p:nvSpPr>
        <p:spPr>
          <a:xfrm>
            <a:off x="2423160" y="4409280"/>
            <a:ext cx="22680" cy="1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Shape 66"/>
          <p:cNvSpPr/>
          <p:nvPr/>
        </p:nvSpPr>
        <p:spPr>
          <a:xfrm>
            <a:off x="2445840" y="4411080"/>
            <a:ext cx="2304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67"/>
          <p:cNvSpPr/>
          <p:nvPr/>
        </p:nvSpPr>
        <p:spPr>
          <a:xfrm flipV="1">
            <a:off x="2468880" y="4411080"/>
            <a:ext cx="22680" cy="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68"/>
          <p:cNvSpPr/>
          <p:nvPr/>
        </p:nvSpPr>
        <p:spPr>
          <a:xfrm flipV="1">
            <a:off x="2491560" y="4409280"/>
            <a:ext cx="23040" cy="1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Shape 69"/>
          <p:cNvSpPr/>
          <p:nvPr/>
        </p:nvSpPr>
        <p:spPr>
          <a:xfrm flipV="1">
            <a:off x="2514600" y="4406040"/>
            <a:ext cx="22680" cy="3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Shape 70"/>
          <p:cNvSpPr/>
          <p:nvPr/>
        </p:nvSpPr>
        <p:spPr>
          <a:xfrm flipV="1">
            <a:off x="2537280" y="4401720"/>
            <a:ext cx="23040" cy="4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71"/>
          <p:cNvSpPr/>
          <p:nvPr/>
        </p:nvSpPr>
        <p:spPr>
          <a:xfrm flipV="1">
            <a:off x="2560320" y="4395960"/>
            <a:ext cx="22680" cy="5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72"/>
          <p:cNvSpPr/>
          <p:nvPr/>
        </p:nvSpPr>
        <p:spPr>
          <a:xfrm flipV="1">
            <a:off x="2583000" y="4389120"/>
            <a:ext cx="23040" cy="68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73"/>
          <p:cNvSpPr/>
          <p:nvPr/>
        </p:nvSpPr>
        <p:spPr>
          <a:xfrm flipV="1">
            <a:off x="2606040" y="4380840"/>
            <a:ext cx="22680" cy="8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Shape 74"/>
          <p:cNvSpPr/>
          <p:nvPr/>
        </p:nvSpPr>
        <p:spPr>
          <a:xfrm flipV="1">
            <a:off x="2628720" y="4371480"/>
            <a:ext cx="23040" cy="9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Shape 75"/>
          <p:cNvSpPr/>
          <p:nvPr/>
        </p:nvSpPr>
        <p:spPr>
          <a:xfrm flipV="1">
            <a:off x="2651760" y="4361040"/>
            <a:ext cx="22680" cy="10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76"/>
          <p:cNvSpPr/>
          <p:nvPr/>
        </p:nvSpPr>
        <p:spPr>
          <a:xfrm flipV="1">
            <a:off x="2674440" y="4348800"/>
            <a:ext cx="23040" cy="12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Shape 77"/>
          <p:cNvSpPr/>
          <p:nvPr/>
        </p:nvSpPr>
        <p:spPr>
          <a:xfrm flipV="1">
            <a:off x="2697480" y="4335840"/>
            <a:ext cx="22680" cy="129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Shape 78"/>
          <p:cNvSpPr/>
          <p:nvPr/>
        </p:nvSpPr>
        <p:spPr>
          <a:xfrm flipV="1">
            <a:off x="2720160" y="4321440"/>
            <a:ext cx="23040" cy="144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Shape 79"/>
          <p:cNvSpPr/>
          <p:nvPr/>
        </p:nvSpPr>
        <p:spPr>
          <a:xfrm flipV="1">
            <a:off x="2743200" y="4305600"/>
            <a:ext cx="22680" cy="158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80"/>
          <p:cNvSpPr/>
          <p:nvPr/>
        </p:nvSpPr>
        <p:spPr>
          <a:xfrm flipV="1">
            <a:off x="2765880" y="4288680"/>
            <a:ext cx="23040" cy="169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Shape 81"/>
          <p:cNvSpPr/>
          <p:nvPr/>
        </p:nvSpPr>
        <p:spPr>
          <a:xfrm flipV="1">
            <a:off x="2788920" y="4270320"/>
            <a:ext cx="22680" cy="18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82"/>
          <p:cNvSpPr/>
          <p:nvPr/>
        </p:nvSpPr>
        <p:spPr>
          <a:xfrm flipV="1">
            <a:off x="2811600" y="4250880"/>
            <a:ext cx="23040" cy="19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560" rIns="90000" bIns="-25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83"/>
          <p:cNvSpPr/>
          <p:nvPr/>
        </p:nvSpPr>
        <p:spPr>
          <a:xfrm flipV="1">
            <a:off x="2834640" y="4230000"/>
            <a:ext cx="22680" cy="20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Shape 84"/>
          <p:cNvSpPr/>
          <p:nvPr/>
        </p:nvSpPr>
        <p:spPr>
          <a:xfrm flipV="1">
            <a:off x="2857320" y="4208040"/>
            <a:ext cx="23040" cy="219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Shape 85"/>
          <p:cNvSpPr/>
          <p:nvPr/>
        </p:nvSpPr>
        <p:spPr>
          <a:xfrm flipV="1">
            <a:off x="2880360" y="4185000"/>
            <a:ext cx="22680" cy="23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86"/>
          <p:cNvSpPr/>
          <p:nvPr/>
        </p:nvSpPr>
        <p:spPr>
          <a:xfrm flipV="1">
            <a:off x="2903040" y="4160520"/>
            <a:ext cx="23040" cy="244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520" rIns="90000" bIns="-20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Shape 87"/>
          <p:cNvSpPr/>
          <p:nvPr/>
        </p:nvSpPr>
        <p:spPr>
          <a:xfrm flipV="1">
            <a:off x="2926080" y="4134600"/>
            <a:ext cx="22680" cy="259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080" rIns="90000" bIns="-19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Shape 88"/>
          <p:cNvSpPr/>
          <p:nvPr/>
        </p:nvSpPr>
        <p:spPr>
          <a:xfrm flipV="1">
            <a:off x="2948760" y="4107600"/>
            <a:ext cx="23040" cy="270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Shape 89"/>
          <p:cNvSpPr/>
          <p:nvPr/>
        </p:nvSpPr>
        <p:spPr>
          <a:xfrm flipV="1">
            <a:off x="2971800" y="4079160"/>
            <a:ext cx="22680" cy="284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90"/>
          <p:cNvSpPr/>
          <p:nvPr/>
        </p:nvSpPr>
        <p:spPr>
          <a:xfrm flipV="1">
            <a:off x="2994480" y="4049640"/>
            <a:ext cx="23040" cy="295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Shape 91"/>
          <p:cNvSpPr/>
          <p:nvPr/>
        </p:nvSpPr>
        <p:spPr>
          <a:xfrm flipV="1">
            <a:off x="3017520" y="4019040"/>
            <a:ext cx="22680" cy="306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0" rIns="90000" bIns="-14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Shape 92"/>
          <p:cNvSpPr/>
          <p:nvPr/>
        </p:nvSpPr>
        <p:spPr>
          <a:xfrm flipV="1">
            <a:off x="3040200" y="3987000"/>
            <a:ext cx="23040" cy="32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93"/>
          <p:cNvSpPr/>
          <p:nvPr/>
        </p:nvSpPr>
        <p:spPr>
          <a:xfrm flipV="1">
            <a:off x="3063240" y="3953520"/>
            <a:ext cx="22680" cy="334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520" rIns="90000" bIns="-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94"/>
          <p:cNvSpPr/>
          <p:nvPr/>
        </p:nvSpPr>
        <p:spPr>
          <a:xfrm flipV="1">
            <a:off x="3085920" y="3918960"/>
            <a:ext cx="23040" cy="345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440" rIns="90000" bIns="-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95"/>
          <p:cNvSpPr/>
          <p:nvPr/>
        </p:nvSpPr>
        <p:spPr>
          <a:xfrm flipV="1">
            <a:off x="3108960" y="3882960"/>
            <a:ext cx="22680" cy="360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Shape 96"/>
          <p:cNvSpPr/>
          <p:nvPr/>
        </p:nvSpPr>
        <p:spPr>
          <a:xfrm flipV="1">
            <a:off x="3131640" y="3845880"/>
            <a:ext cx="23040" cy="37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920" rIns="90000" bIns="-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Shape 97"/>
          <p:cNvSpPr/>
          <p:nvPr/>
        </p:nvSpPr>
        <p:spPr>
          <a:xfrm flipV="1">
            <a:off x="3154680" y="3807720"/>
            <a:ext cx="22680" cy="38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Shape 98"/>
          <p:cNvSpPr/>
          <p:nvPr/>
        </p:nvSpPr>
        <p:spPr>
          <a:xfrm flipV="1">
            <a:off x="3177360" y="3768120"/>
            <a:ext cx="23040" cy="396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400" rIns="90000" bIns="-5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99"/>
          <p:cNvSpPr/>
          <p:nvPr/>
        </p:nvSpPr>
        <p:spPr>
          <a:xfrm flipV="1">
            <a:off x="3200400" y="3727080"/>
            <a:ext cx="22680" cy="410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Shape 100"/>
          <p:cNvSpPr/>
          <p:nvPr/>
        </p:nvSpPr>
        <p:spPr>
          <a:xfrm flipV="1">
            <a:off x="3223080" y="3684960"/>
            <a:ext cx="23040" cy="421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" rIns="90000" bIns="-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Shape 101"/>
          <p:cNvSpPr/>
          <p:nvPr/>
        </p:nvSpPr>
        <p:spPr>
          <a:xfrm flipV="1">
            <a:off x="3246120" y="3641760"/>
            <a:ext cx="22680" cy="43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" rIns="90000" bIns="-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102"/>
          <p:cNvSpPr/>
          <p:nvPr/>
        </p:nvSpPr>
        <p:spPr>
          <a:xfrm flipV="1">
            <a:off x="3268800" y="3597120"/>
            <a:ext cx="23040" cy="446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" rIns="90000" bIns="-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Shape 103"/>
          <p:cNvSpPr/>
          <p:nvPr/>
        </p:nvSpPr>
        <p:spPr>
          <a:xfrm flipV="1">
            <a:off x="3291840" y="3551040"/>
            <a:ext cx="22680" cy="460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" rIns="90000" bIns="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Shape 104"/>
          <p:cNvSpPr/>
          <p:nvPr/>
        </p:nvSpPr>
        <p:spPr>
          <a:xfrm flipV="1">
            <a:off x="3314520" y="3503880"/>
            <a:ext cx="23040" cy="471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" rIns="90000" bIns="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105"/>
          <p:cNvSpPr/>
          <p:nvPr/>
        </p:nvSpPr>
        <p:spPr>
          <a:xfrm flipV="1">
            <a:off x="3337560" y="3455640"/>
            <a:ext cx="22680" cy="48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40" rIns="90000" bIns="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106"/>
          <p:cNvSpPr/>
          <p:nvPr/>
        </p:nvSpPr>
        <p:spPr>
          <a:xfrm flipV="1">
            <a:off x="3360240" y="3405960"/>
            <a:ext cx="23040" cy="496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107"/>
          <p:cNvSpPr/>
          <p:nvPr/>
        </p:nvSpPr>
        <p:spPr>
          <a:xfrm flipV="1">
            <a:off x="3383280" y="3355200"/>
            <a:ext cx="22680" cy="50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Shape 108"/>
          <p:cNvSpPr/>
          <p:nvPr/>
        </p:nvSpPr>
        <p:spPr>
          <a:xfrm flipV="1">
            <a:off x="3405960" y="3303000"/>
            <a:ext cx="23040" cy="52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Shape 109"/>
          <p:cNvSpPr/>
          <p:nvPr/>
        </p:nvSpPr>
        <p:spPr>
          <a:xfrm flipV="1">
            <a:off x="3429000" y="3249360"/>
            <a:ext cx="22680" cy="536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110"/>
          <p:cNvSpPr/>
          <p:nvPr/>
        </p:nvSpPr>
        <p:spPr>
          <a:xfrm flipV="1">
            <a:off x="3451680" y="3194640"/>
            <a:ext cx="23040" cy="547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Shape 111"/>
          <p:cNvSpPr/>
          <p:nvPr/>
        </p:nvSpPr>
        <p:spPr>
          <a:xfrm flipV="1">
            <a:off x="3474720" y="3138840"/>
            <a:ext cx="22680" cy="55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Shape 112"/>
          <p:cNvSpPr/>
          <p:nvPr/>
        </p:nvSpPr>
        <p:spPr>
          <a:xfrm flipV="1">
            <a:off x="3497400" y="3081600"/>
            <a:ext cx="23040" cy="572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Shape 113"/>
          <p:cNvSpPr/>
          <p:nvPr/>
        </p:nvSpPr>
        <p:spPr>
          <a:xfrm flipV="1">
            <a:off x="3520440" y="3023280"/>
            <a:ext cx="22680" cy="58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114"/>
          <p:cNvSpPr/>
          <p:nvPr/>
        </p:nvSpPr>
        <p:spPr>
          <a:xfrm flipV="1">
            <a:off x="3543120" y="2963520"/>
            <a:ext cx="23040" cy="597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760" rIns="90000" bIns="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Shape 115"/>
          <p:cNvSpPr/>
          <p:nvPr/>
        </p:nvSpPr>
        <p:spPr>
          <a:xfrm flipV="1">
            <a:off x="3566160" y="2902320"/>
            <a:ext cx="22680" cy="612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Shape 116"/>
          <p:cNvSpPr/>
          <p:nvPr/>
        </p:nvSpPr>
        <p:spPr>
          <a:xfrm flipV="1">
            <a:off x="3588840" y="2840040"/>
            <a:ext cx="23040" cy="62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280" rIns="90000" bIns="17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Shape 117"/>
          <p:cNvSpPr/>
          <p:nvPr/>
        </p:nvSpPr>
        <p:spPr>
          <a:xfrm flipV="1">
            <a:off x="3611880" y="2776680"/>
            <a:ext cx="22680" cy="6336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360" rIns="90000" bIns="18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118"/>
          <p:cNvSpPr/>
          <p:nvPr/>
        </p:nvSpPr>
        <p:spPr>
          <a:xfrm flipV="1">
            <a:off x="3634560" y="2711880"/>
            <a:ext cx="23040" cy="64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800" rIns="90000" bIns="19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119"/>
          <p:cNvSpPr/>
          <p:nvPr/>
        </p:nvSpPr>
        <p:spPr>
          <a:xfrm flipV="1">
            <a:off x="3657600" y="2646000"/>
            <a:ext cx="22680" cy="658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Shape 120"/>
          <p:cNvSpPr/>
          <p:nvPr/>
        </p:nvSpPr>
        <p:spPr>
          <a:xfrm flipV="1">
            <a:off x="3680280" y="2578680"/>
            <a:ext cx="23040" cy="673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2320" rIns="90000" bIns="22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Shape 121"/>
          <p:cNvSpPr/>
          <p:nvPr/>
        </p:nvSpPr>
        <p:spPr>
          <a:xfrm flipV="1">
            <a:off x="3703320" y="2510280"/>
            <a:ext cx="22680" cy="684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400" rIns="90000" bIns="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122"/>
          <p:cNvSpPr/>
          <p:nvPr/>
        </p:nvSpPr>
        <p:spPr>
          <a:xfrm flipV="1">
            <a:off x="3726000" y="2440440"/>
            <a:ext cx="23040" cy="6984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123"/>
          <p:cNvSpPr/>
          <p:nvPr/>
        </p:nvSpPr>
        <p:spPr>
          <a:xfrm flipV="1">
            <a:off x="3749040" y="2369160"/>
            <a:ext cx="22680" cy="7128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Shape 124"/>
          <p:cNvSpPr/>
          <p:nvPr/>
        </p:nvSpPr>
        <p:spPr>
          <a:xfrm flipV="1">
            <a:off x="3771720" y="2297160"/>
            <a:ext cx="23040" cy="720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Shape 125"/>
          <p:cNvSpPr/>
          <p:nvPr/>
        </p:nvSpPr>
        <p:spPr>
          <a:xfrm flipV="1">
            <a:off x="3794760" y="2223360"/>
            <a:ext cx="22680" cy="7380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Shape 126"/>
          <p:cNvSpPr/>
          <p:nvPr/>
        </p:nvSpPr>
        <p:spPr>
          <a:xfrm flipV="1">
            <a:off x="3817440" y="2148840"/>
            <a:ext cx="23040" cy="74520"/>
          </a:xfrm>
          <a:prstGeom prst="line">
            <a:avLst/>
          </a:prstGeom>
          <a:ln w="4445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9520" rIns="90000" bIns="29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Shape 127"/>
          <p:cNvSpPr/>
          <p:nvPr/>
        </p:nvSpPr>
        <p:spPr>
          <a:xfrm>
            <a:off x="2414160" y="4357080"/>
            <a:ext cx="109440" cy="109440"/>
          </a:xfrm>
          <a:prstGeom prst="ellipse">
            <a:avLst/>
          </a:prstGeom>
          <a:solidFill>
            <a:srgbClr val="1B1B20"/>
          </a:solidFill>
          <a:ln w="1270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7" name="Shape 128"/>
          <p:cNvSpPr/>
          <p:nvPr/>
        </p:nvSpPr>
        <p:spPr>
          <a:xfrm flipV="1">
            <a:off x="5806440" y="2148840"/>
            <a:ext cx="360" cy="25146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Shape 129"/>
          <p:cNvSpPr/>
          <p:nvPr/>
        </p:nvSpPr>
        <p:spPr>
          <a:xfrm>
            <a:off x="4206240" y="3405960"/>
            <a:ext cx="32004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Shape 130"/>
          <p:cNvSpPr/>
          <p:nvPr/>
        </p:nvSpPr>
        <p:spPr>
          <a:xfrm flipV="1">
            <a:off x="4457520" y="4514760"/>
            <a:ext cx="23040" cy="73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131"/>
          <p:cNvSpPr/>
          <p:nvPr/>
        </p:nvSpPr>
        <p:spPr>
          <a:xfrm flipV="1">
            <a:off x="4480560" y="4442760"/>
            <a:ext cx="22680" cy="72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Shape 132"/>
          <p:cNvSpPr/>
          <p:nvPr/>
        </p:nvSpPr>
        <p:spPr>
          <a:xfrm flipV="1">
            <a:off x="4503240" y="4371480"/>
            <a:ext cx="23040" cy="71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133"/>
          <p:cNvSpPr/>
          <p:nvPr/>
        </p:nvSpPr>
        <p:spPr>
          <a:xfrm flipV="1">
            <a:off x="4526280" y="4301640"/>
            <a:ext cx="22680" cy="69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134"/>
          <p:cNvSpPr/>
          <p:nvPr/>
        </p:nvSpPr>
        <p:spPr>
          <a:xfrm flipV="1">
            <a:off x="4548960" y="4233240"/>
            <a:ext cx="23040" cy="684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400" rIns="90000" bIns="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135"/>
          <p:cNvSpPr/>
          <p:nvPr/>
        </p:nvSpPr>
        <p:spPr>
          <a:xfrm flipV="1">
            <a:off x="4572000" y="4165920"/>
            <a:ext cx="22680" cy="67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2320" rIns="90000" bIns="22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Shape 136"/>
          <p:cNvSpPr/>
          <p:nvPr/>
        </p:nvSpPr>
        <p:spPr>
          <a:xfrm flipV="1">
            <a:off x="4594680" y="4100040"/>
            <a:ext cx="23040" cy="65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Shape 137"/>
          <p:cNvSpPr/>
          <p:nvPr/>
        </p:nvSpPr>
        <p:spPr>
          <a:xfrm flipV="1">
            <a:off x="4617720" y="4035240"/>
            <a:ext cx="22680" cy="64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800" rIns="90000" bIns="19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Shape 138"/>
          <p:cNvSpPr/>
          <p:nvPr/>
        </p:nvSpPr>
        <p:spPr>
          <a:xfrm flipV="1">
            <a:off x="4640400" y="3971880"/>
            <a:ext cx="23040" cy="63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360" rIns="90000" bIns="18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139"/>
          <p:cNvSpPr/>
          <p:nvPr/>
        </p:nvSpPr>
        <p:spPr>
          <a:xfrm flipV="1">
            <a:off x="4663440" y="3909600"/>
            <a:ext cx="22680" cy="62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280" rIns="90000" bIns="17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Shape 140"/>
          <p:cNvSpPr/>
          <p:nvPr/>
        </p:nvSpPr>
        <p:spPr>
          <a:xfrm flipV="1">
            <a:off x="4686120" y="3848400"/>
            <a:ext cx="23040" cy="61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Shape 141"/>
          <p:cNvSpPr/>
          <p:nvPr/>
        </p:nvSpPr>
        <p:spPr>
          <a:xfrm flipV="1">
            <a:off x="4709160" y="3788640"/>
            <a:ext cx="22680" cy="59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760" rIns="90000" bIns="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Shape 142"/>
          <p:cNvSpPr/>
          <p:nvPr/>
        </p:nvSpPr>
        <p:spPr>
          <a:xfrm flipV="1">
            <a:off x="4731840" y="3730320"/>
            <a:ext cx="23040" cy="58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Shape 143"/>
          <p:cNvSpPr/>
          <p:nvPr/>
        </p:nvSpPr>
        <p:spPr>
          <a:xfrm flipV="1">
            <a:off x="4754880" y="3673080"/>
            <a:ext cx="22680" cy="57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Shape 144"/>
          <p:cNvSpPr/>
          <p:nvPr/>
        </p:nvSpPr>
        <p:spPr>
          <a:xfrm flipV="1">
            <a:off x="4777560" y="3617280"/>
            <a:ext cx="23040" cy="55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145"/>
          <p:cNvSpPr/>
          <p:nvPr/>
        </p:nvSpPr>
        <p:spPr>
          <a:xfrm flipV="1">
            <a:off x="4800600" y="3562560"/>
            <a:ext cx="22680" cy="54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Shape 146"/>
          <p:cNvSpPr/>
          <p:nvPr/>
        </p:nvSpPr>
        <p:spPr>
          <a:xfrm flipV="1">
            <a:off x="4823280" y="3508920"/>
            <a:ext cx="23040" cy="536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147"/>
          <p:cNvSpPr/>
          <p:nvPr/>
        </p:nvSpPr>
        <p:spPr>
          <a:xfrm flipV="1">
            <a:off x="4846320" y="3456720"/>
            <a:ext cx="22680" cy="52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Shape 148"/>
          <p:cNvSpPr/>
          <p:nvPr/>
        </p:nvSpPr>
        <p:spPr>
          <a:xfrm flipV="1">
            <a:off x="4869000" y="3405960"/>
            <a:ext cx="23040" cy="50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Shape 149"/>
          <p:cNvSpPr/>
          <p:nvPr/>
        </p:nvSpPr>
        <p:spPr>
          <a:xfrm flipV="1">
            <a:off x="4892040" y="3356280"/>
            <a:ext cx="22680" cy="49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Shape 150"/>
          <p:cNvSpPr/>
          <p:nvPr/>
        </p:nvSpPr>
        <p:spPr>
          <a:xfrm flipV="1">
            <a:off x="4914720" y="3308040"/>
            <a:ext cx="23040" cy="48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40" rIns="90000" bIns="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151"/>
          <p:cNvSpPr/>
          <p:nvPr/>
        </p:nvSpPr>
        <p:spPr>
          <a:xfrm flipV="1">
            <a:off x="4937760" y="3260880"/>
            <a:ext cx="22680" cy="471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" rIns="90000" bIns="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Shape 152"/>
          <p:cNvSpPr/>
          <p:nvPr/>
        </p:nvSpPr>
        <p:spPr>
          <a:xfrm flipV="1">
            <a:off x="4960440" y="3214800"/>
            <a:ext cx="23040" cy="46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" rIns="90000" bIns="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Shape 153"/>
          <p:cNvSpPr/>
          <p:nvPr/>
        </p:nvSpPr>
        <p:spPr>
          <a:xfrm flipV="1">
            <a:off x="4983480" y="3170160"/>
            <a:ext cx="22680" cy="446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" rIns="90000" bIns="-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Shape 154"/>
          <p:cNvSpPr/>
          <p:nvPr/>
        </p:nvSpPr>
        <p:spPr>
          <a:xfrm flipV="1">
            <a:off x="5006160" y="3126960"/>
            <a:ext cx="23040" cy="43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" rIns="90000" bIns="-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155"/>
          <p:cNvSpPr/>
          <p:nvPr/>
        </p:nvSpPr>
        <p:spPr>
          <a:xfrm flipV="1">
            <a:off x="5029200" y="3084840"/>
            <a:ext cx="22680" cy="421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" rIns="90000" bIns="-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Shape 156"/>
          <p:cNvSpPr/>
          <p:nvPr/>
        </p:nvSpPr>
        <p:spPr>
          <a:xfrm flipV="1">
            <a:off x="5051880" y="3043800"/>
            <a:ext cx="23040" cy="41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Shape 157"/>
          <p:cNvSpPr/>
          <p:nvPr/>
        </p:nvSpPr>
        <p:spPr>
          <a:xfrm flipV="1">
            <a:off x="5074920" y="3004200"/>
            <a:ext cx="22680" cy="39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400" rIns="90000" bIns="-5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Shape 158"/>
          <p:cNvSpPr/>
          <p:nvPr/>
        </p:nvSpPr>
        <p:spPr>
          <a:xfrm flipV="1">
            <a:off x="5097600" y="2966040"/>
            <a:ext cx="23040" cy="381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Shape 159"/>
          <p:cNvSpPr/>
          <p:nvPr/>
        </p:nvSpPr>
        <p:spPr>
          <a:xfrm flipV="1">
            <a:off x="5120640" y="2928960"/>
            <a:ext cx="22680" cy="37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920" rIns="90000" bIns="-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160"/>
          <p:cNvSpPr/>
          <p:nvPr/>
        </p:nvSpPr>
        <p:spPr>
          <a:xfrm flipV="1">
            <a:off x="5143320" y="2892960"/>
            <a:ext cx="23040" cy="36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Shape 161"/>
          <p:cNvSpPr/>
          <p:nvPr/>
        </p:nvSpPr>
        <p:spPr>
          <a:xfrm flipV="1">
            <a:off x="5166360" y="2858400"/>
            <a:ext cx="22680" cy="345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440" rIns="90000" bIns="-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Shape 162"/>
          <p:cNvSpPr/>
          <p:nvPr/>
        </p:nvSpPr>
        <p:spPr>
          <a:xfrm flipV="1">
            <a:off x="5189040" y="2824920"/>
            <a:ext cx="23040" cy="334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520" rIns="90000" bIns="-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Shape 163"/>
          <p:cNvSpPr/>
          <p:nvPr/>
        </p:nvSpPr>
        <p:spPr>
          <a:xfrm flipV="1">
            <a:off x="5212080" y="2792880"/>
            <a:ext cx="22680" cy="32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Shape 164"/>
          <p:cNvSpPr/>
          <p:nvPr/>
        </p:nvSpPr>
        <p:spPr>
          <a:xfrm flipV="1">
            <a:off x="5234760" y="2762280"/>
            <a:ext cx="23040" cy="30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0" rIns="90000" bIns="-14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165"/>
          <p:cNvSpPr/>
          <p:nvPr/>
        </p:nvSpPr>
        <p:spPr>
          <a:xfrm flipV="1">
            <a:off x="5257800" y="2732760"/>
            <a:ext cx="22680" cy="29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Shape 166"/>
          <p:cNvSpPr/>
          <p:nvPr/>
        </p:nvSpPr>
        <p:spPr>
          <a:xfrm flipV="1">
            <a:off x="5280480" y="2704320"/>
            <a:ext cx="23040" cy="28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Shape 167"/>
          <p:cNvSpPr/>
          <p:nvPr/>
        </p:nvSpPr>
        <p:spPr>
          <a:xfrm flipV="1">
            <a:off x="5303520" y="2677320"/>
            <a:ext cx="22680" cy="27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Shape 168"/>
          <p:cNvSpPr/>
          <p:nvPr/>
        </p:nvSpPr>
        <p:spPr>
          <a:xfrm flipV="1">
            <a:off x="5326200" y="2651760"/>
            <a:ext cx="23040" cy="255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Shape 169"/>
          <p:cNvSpPr/>
          <p:nvPr/>
        </p:nvSpPr>
        <p:spPr>
          <a:xfrm flipV="1">
            <a:off x="5349240" y="2626920"/>
            <a:ext cx="22680" cy="24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160" rIns="90000" bIns="-20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Shape 170"/>
          <p:cNvSpPr/>
          <p:nvPr/>
        </p:nvSpPr>
        <p:spPr>
          <a:xfrm flipV="1">
            <a:off x="5371920" y="2603880"/>
            <a:ext cx="23040" cy="23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Shape 171"/>
          <p:cNvSpPr/>
          <p:nvPr/>
        </p:nvSpPr>
        <p:spPr>
          <a:xfrm flipV="1">
            <a:off x="5394960" y="2581920"/>
            <a:ext cx="22680" cy="219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172"/>
          <p:cNvSpPr/>
          <p:nvPr/>
        </p:nvSpPr>
        <p:spPr>
          <a:xfrm flipV="1">
            <a:off x="5417640" y="2561040"/>
            <a:ext cx="23040" cy="20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Shape 173"/>
          <p:cNvSpPr/>
          <p:nvPr/>
        </p:nvSpPr>
        <p:spPr>
          <a:xfrm flipV="1">
            <a:off x="5440680" y="2541600"/>
            <a:ext cx="22680" cy="19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560" rIns="90000" bIns="-25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Shape 174"/>
          <p:cNvSpPr/>
          <p:nvPr/>
        </p:nvSpPr>
        <p:spPr>
          <a:xfrm flipV="1">
            <a:off x="5463360" y="2523240"/>
            <a:ext cx="23040" cy="18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Shape 175"/>
          <p:cNvSpPr/>
          <p:nvPr/>
        </p:nvSpPr>
        <p:spPr>
          <a:xfrm flipV="1">
            <a:off x="5486400" y="2506320"/>
            <a:ext cx="22680" cy="169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Shape 176"/>
          <p:cNvSpPr/>
          <p:nvPr/>
        </p:nvSpPr>
        <p:spPr>
          <a:xfrm flipV="1">
            <a:off x="5509080" y="2490480"/>
            <a:ext cx="23040" cy="15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Shape 177"/>
          <p:cNvSpPr/>
          <p:nvPr/>
        </p:nvSpPr>
        <p:spPr>
          <a:xfrm flipV="1">
            <a:off x="5532120" y="2476080"/>
            <a:ext cx="22680" cy="144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Shape 178"/>
          <p:cNvSpPr/>
          <p:nvPr/>
        </p:nvSpPr>
        <p:spPr>
          <a:xfrm flipV="1">
            <a:off x="5554800" y="2463120"/>
            <a:ext cx="23040" cy="129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Shape 179"/>
          <p:cNvSpPr/>
          <p:nvPr/>
        </p:nvSpPr>
        <p:spPr>
          <a:xfrm flipV="1">
            <a:off x="5577840" y="2450880"/>
            <a:ext cx="22680" cy="12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Shape 180"/>
          <p:cNvSpPr/>
          <p:nvPr/>
        </p:nvSpPr>
        <p:spPr>
          <a:xfrm flipV="1">
            <a:off x="5600520" y="2440440"/>
            <a:ext cx="23040" cy="10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Shape 181"/>
          <p:cNvSpPr/>
          <p:nvPr/>
        </p:nvSpPr>
        <p:spPr>
          <a:xfrm flipV="1">
            <a:off x="5623560" y="2431080"/>
            <a:ext cx="22680" cy="9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182"/>
          <p:cNvSpPr/>
          <p:nvPr/>
        </p:nvSpPr>
        <p:spPr>
          <a:xfrm flipV="1">
            <a:off x="5646240" y="2422800"/>
            <a:ext cx="23040" cy="8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Shape 183"/>
          <p:cNvSpPr/>
          <p:nvPr/>
        </p:nvSpPr>
        <p:spPr>
          <a:xfrm flipV="1">
            <a:off x="5669280" y="2415960"/>
            <a:ext cx="22680" cy="6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Shape 184"/>
          <p:cNvSpPr/>
          <p:nvPr/>
        </p:nvSpPr>
        <p:spPr>
          <a:xfrm flipV="1">
            <a:off x="5691960" y="2410200"/>
            <a:ext cx="23040" cy="5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185"/>
          <p:cNvSpPr/>
          <p:nvPr/>
        </p:nvSpPr>
        <p:spPr>
          <a:xfrm flipV="1">
            <a:off x="5715000" y="2405880"/>
            <a:ext cx="22680" cy="4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Shape 186"/>
          <p:cNvSpPr/>
          <p:nvPr/>
        </p:nvSpPr>
        <p:spPr>
          <a:xfrm flipV="1">
            <a:off x="5737680" y="2402640"/>
            <a:ext cx="23040" cy="3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Shape 187"/>
          <p:cNvSpPr/>
          <p:nvPr/>
        </p:nvSpPr>
        <p:spPr>
          <a:xfrm flipV="1">
            <a:off x="5760720" y="2400840"/>
            <a:ext cx="22680" cy="1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188"/>
          <p:cNvSpPr/>
          <p:nvPr/>
        </p:nvSpPr>
        <p:spPr>
          <a:xfrm flipV="1">
            <a:off x="5783400" y="2400120"/>
            <a:ext cx="23040" cy="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Shape 189"/>
          <p:cNvSpPr/>
          <p:nvPr/>
        </p:nvSpPr>
        <p:spPr>
          <a:xfrm>
            <a:off x="5806440" y="2400120"/>
            <a:ext cx="22680" cy="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Shape 190"/>
          <p:cNvSpPr/>
          <p:nvPr/>
        </p:nvSpPr>
        <p:spPr>
          <a:xfrm>
            <a:off x="5829120" y="2400840"/>
            <a:ext cx="23040" cy="1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3200" rIns="90000" bIns="-43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Shape 191"/>
          <p:cNvSpPr/>
          <p:nvPr/>
        </p:nvSpPr>
        <p:spPr>
          <a:xfrm>
            <a:off x="5852160" y="2402640"/>
            <a:ext cx="22680" cy="3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1760" rIns="90000" bIns="-41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Shape 192"/>
          <p:cNvSpPr/>
          <p:nvPr/>
        </p:nvSpPr>
        <p:spPr>
          <a:xfrm>
            <a:off x="5874840" y="2405880"/>
            <a:ext cx="23040" cy="4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0680" rIns="90000" bIns="-40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Shape 193"/>
          <p:cNvSpPr/>
          <p:nvPr/>
        </p:nvSpPr>
        <p:spPr>
          <a:xfrm>
            <a:off x="5897880" y="2410200"/>
            <a:ext cx="22680" cy="5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240" rIns="90000" bIns="-39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Shape 194"/>
          <p:cNvSpPr/>
          <p:nvPr/>
        </p:nvSpPr>
        <p:spPr>
          <a:xfrm>
            <a:off x="5920560" y="2415960"/>
            <a:ext cx="23040" cy="6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8160" rIns="90000" bIns="-38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195"/>
          <p:cNvSpPr/>
          <p:nvPr/>
        </p:nvSpPr>
        <p:spPr>
          <a:xfrm>
            <a:off x="5943600" y="2422800"/>
            <a:ext cx="22680" cy="8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Shape 196"/>
          <p:cNvSpPr/>
          <p:nvPr/>
        </p:nvSpPr>
        <p:spPr>
          <a:xfrm>
            <a:off x="5966280" y="2431080"/>
            <a:ext cx="23040" cy="9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Shape 197"/>
          <p:cNvSpPr/>
          <p:nvPr/>
        </p:nvSpPr>
        <p:spPr>
          <a:xfrm>
            <a:off x="5989320" y="2440440"/>
            <a:ext cx="22680" cy="10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4560" rIns="90000" bIns="-34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Shape 198"/>
          <p:cNvSpPr/>
          <p:nvPr/>
        </p:nvSpPr>
        <p:spPr>
          <a:xfrm>
            <a:off x="6012000" y="2450880"/>
            <a:ext cx="23040" cy="12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760" rIns="90000" bIns="-32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Shape 199"/>
          <p:cNvSpPr/>
          <p:nvPr/>
        </p:nvSpPr>
        <p:spPr>
          <a:xfrm>
            <a:off x="6035040" y="2463120"/>
            <a:ext cx="22680" cy="129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Shape 200"/>
          <p:cNvSpPr/>
          <p:nvPr/>
        </p:nvSpPr>
        <p:spPr>
          <a:xfrm>
            <a:off x="6057720" y="2476080"/>
            <a:ext cx="23040" cy="144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Shape 201"/>
          <p:cNvSpPr/>
          <p:nvPr/>
        </p:nvSpPr>
        <p:spPr>
          <a:xfrm>
            <a:off x="6080760" y="2490480"/>
            <a:ext cx="22680" cy="15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9160" rIns="90000" bIns="-29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Shape 202"/>
          <p:cNvSpPr/>
          <p:nvPr/>
        </p:nvSpPr>
        <p:spPr>
          <a:xfrm>
            <a:off x="6103440" y="2506320"/>
            <a:ext cx="23040" cy="169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080" rIns="90000" bIns="-28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203"/>
          <p:cNvSpPr/>
          <p:nvPr/>
        </p:nvSpPr>
        <p:spPr>
          <a:xfrm>
            <a:off x="6126480" y="2523240"/>
            <a:ext cx="22680" cy="18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6640" rIns="90000" bIns="-26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Shape 204"/>
          <p:cNvSpPr/>
          <p:nvPr/>
        </p:nvSpPr>
        <p:spPr>
          <a:xfrm>
            <a:off x="6149160" y="2541600"/>
            <a:ext cx="23040" cy="19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5560" rIns="90000" bIns="-25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Shape 205"/>
          <p:cNvSpPr/>
          <p:nvPr/>
        </p:nvSpPr>
        <p:spPr>
          <a:xfrm>
            <a:off x="6172200" y="2561040"/>
            <a:ext cx="22680" cy="20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4120" rIns="90000" bIns="-241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Shape 206"/>
          <p:cNvSpPr/>
          <p:nvPr/>
        </p:nvSpPr>
        <p:spPr>
          <a:xfrm>
            <a:off x="6194880" y="2581920"/>
            <a:ext cx="23040" cy="219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3040" rIns="90000" bIns="-230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Shape 207"/>
          <p:cNvSpPr/>
          <p:nvPr/>
        </p:nvSpPr>
        <p:spPr>
          <a:xfrm>
            <a:off x="6217920" y="2603880"/>
            <a:ext cx="22680" cy="23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1960" rIns="90000" bIns="-21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Shape 208"/>
          <p:cNvSpPr/>
          <p:nvPr/>
        </p:nvSpPr>
        <p:spPr>
          <a:xfrm>
            <a:off x="6240600" y="2626920"/>
            <a:ext cx="23040" cy="24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0160" rIns="90000" bIns="-20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209"/>
          <p:cNvSpPr/>
          <p:nvPr/>
        </p:nvSpPr>
        <p:spPr>
          <a:xfrm>
            <a:off x="6263640" y="2651760"/>
            <a:ext cx="22680" cy="255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Shape 210"/>
          <p:cNvSpPr/>
          <p:nvPr/>
        </p:nvSpPr>
        <p:spPr>
          <a:xfrm>
            <a:off x="6286320" y="2677320"/>
            <a:ext cx="23040" cy="27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Shape 211"/>
          <p:cNvSpPr/>
          <p:nvPr/>
        </p:nvSpPr>
        <p:spPr>
          <a:xfrm>
            <a:off x="6309360" y="2704320"/>
            <a:ext cx="22680" cy="284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6560" rIns="90000" bIns="-165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Shape 212"/>
          <p:cNvSpPr/>
          <p:nvPr/>
        </p:nvSpPr>
        <p:spPr>
          <a:xfrm>
            <a:off x="6332040" y="2732760"/>
            <a:ext cx="23040" cy="295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Shape 213"/>
          <p:cNvSpPr/>
          <p:nvPr/>
        </p:nvSpPr>
        <p:spPr>
          <a:xfrm>
            <a:off x="6355080" y="2762280"/>
            <a:ext cx="22680" cy="30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4400" rIns="90000" bIns="-14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Shape 214"/>
          <p:cNvSpPr/>
          <p:nvPr/>
        </p:nvSpPr>
        <p:spPr>
          <a:xfrm>
            <a:off x="6377760" y="2792880"/>
            <a:ext cx="23040" cy="32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Shape 215"/>
          <p:cNvSpPr/>
          <p:nvPr/>
        </p:nvSpPr>
        <p:spPr>
          <a:xfrm>
            <a:off x="6400800" y="2824920"/>
            <a:ext cx="22680" cy="334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1520" rIns="90000" bIns="-115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Shape 216"/>
          <p:cNvSpPr/>
          <p:nvPr/>
        </p:nvSpPr>
        <p:spPr>
          <a:xfrm>
            <a:off x="6423480" y="2858400"/>
            <a:ext cx="23040" cy="345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0440" rIns="90000" bIns="-104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Shape 217"/>
          <p:cNvSpPr/>
          <p:nvPr/>
        </p:nvSpPr>
        <p:spPr>
          <a:xfrm>
            <a:off x="6446520" y="2892960"/>
            <a:ext cx="22680" cy="36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9000" rIns="90000" bIns="-9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Shape 218"/>
          <p:cNvSpPr/>
          <p:nvPr/>
        </p:nvSpPr>
        <p:spPr>
          <a:xfrm>
            <a:off x="6469200" y="2928960"/>
            <a:ext cx="23040" cy="37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7920" rIns="90000" bIns="-79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Shape 219"/>
          <p:cNvSpPr/>
          <p:nvPr/>
        </p:nvSpPr>
        <p:spPr>
          <a:xfrm>
            <a:off x="6492240" y="2966040"/>
            <a:ext cx="22680" cy="381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6840" rIns="90000" bIns="-6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Shape 220"/>
          <p:cNvSpPr/>
          <p:nvPr/>
        </p:nvSpPr>
        <p:spPr>
          <a:xfrm>
            <a:off x="6514920" y="3004200"/>
            <a:ext cx="23040" cy="396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5400" rIns="90000" bIns="-5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Shape 221"/>
          <p:cNvSpPr/>
          <p:nvPr/>
        </p:nvSpPr>
        <p:spPr>
          <a:xfrm>
            <a:off x="6537960" y="3043800"/>
            <a:ext cx="22680" cy="410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960" rIns="90000" bIns="-39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Shape 222"/>
          <p:cNvSpPr/>
          <p:nvPr/>
        </p:nvSpPr>
        <p:spPr>
          <a:xfrm>
            <a:off x="6560640" y="3084840"/>
            <a:ext cx="23040" cy="421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2880" rIns="90000" bIns="-2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Shape 223"/>
          <p:cNvSpPr/>
          <p:nvPr/>
        </p:nvSpPr>
        <p:spPr>
          <a:xfrm>
            <a:off x="6583680" y="3126960"/>
            <a:ext cx="22680" cy="43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800" rIns="90000" bIns="-1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Shape 224"/>
          <p:cNvSpPr/>
          <p:nvPr/>
        </p:nvSpPr>
        <p:spPr>
          <a:xfrm>
            <a:off x="6606360" y="3170160"/>
            <a:ext cx="23040" cy="446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60" rIns="90000" bIns="-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Shape 225"/>
          <p:cNvSpPr/>
          <p:nvPr/>
        </p:nvSpPr>
        <p:spPr>
          <a:xfrm>
            <a:off x="6629400" y="3214800"/>
            <a:ext cx="22680" cy="460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" rIns="90000" bIns="10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226"/>
          <p:cNvSpPr/>
          <p:nvPr/>
        </p:nvSpPr>
        <p:spPr>
          <a:xfrm>
            <a:off x="6652080" y="3260880"/>
            <a:ext cx="23040" cy="471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160" rIns="90000" bIns="21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Shape 227"/>
          <p:cNvSpPr/>
          <p:nvPr/>
        </p:nvSpPr>
        <p:spPr>
          <a:xfrm>
            <a:off x="6675120" y="3308040"/>
            <a:ext cx="22680" cy="48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40" rIns="90000" bIns="3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Shape 228"/>
          <p:cNvSpPr/>
          <p:nvPr/>
        </p:nvSpPr>
        <p:spPr>
          <a:xfrm>
            <a:off x="6697800" y="3356280"/>
            <a:ext cx="23040" cy="496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680" rIns="90000" bIns="46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Shape 229"/>
          <p:cNvSpPr/>
          <p:nvPr/>
        </p:nvSpPr>
        <p:spPr>
          <a:xfrm>
            <a:off x="6720840" y="3405960"/>
            <a:ext cx="22680" cy="50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Shape 230"/>
          <p:cNvSpPr/>
          <p:nvPr/>
        </p:nvSpPr>
        <p:spPr>
          <a:xfrm>
            <a:off x="6743520" y="3456720"/>
            <a:ext cx="23040" cy="52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0" rIns="90000" bIns="7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Shape 231"/>
          <p:cNvSpPr/>
          <p:nvPr/>
        </p:nvSpPr>
        <p:spPr>
          <a:xfrm>
            <a:off x="6766560" y="3508920"/>
            <a:ext cx="22680" cy="536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8640" rIns="90000" bIns="8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Shape 232"/>
          <p:cNvSpPr/>
          <p:nvPr/>
        </p:nvSpPr>
        <p:spPr>
          <a:xfrm>
            <a:off x="6789240" y="3562560"/>
            <a:ext cx="23040" cy="547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Shape 233"/>
          <p:cNvSpPr/>
          <p:nvPr/>
        </p:nvSpPr>
        <p:spPr>
          <a:xfrm>
            <a:off x="6812280" y="3617280"/>
            <a:ext cx="22680" cy="55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0800" rIns="90000" bIns="10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234"/>
          <p:cNvSpPr/>
          <p:nvPr/>
        </p:nvSpPr>
        <p:spPr>
          <a:xfrm>
            <a:off x="6834960" y="3673080"/>
            <a:ext cx="23040" cy="572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235"/>
          <p:cNvSpPr/>
          <p:nvPr/>
        </p:nvSpPr>
        <p:spPr>
          <a:xfrm>
            <a:off x="6858000" y="3730320"/>
            <a:ext cx="22680" cy="58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3320" rIns="90000" bIns="13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Shape 236"/>
          <p:cNvSpPr/>
          <p:nvPr/>
        </p:nvSpPr>
        <p:spPr>
          <a:xfrm>
            <a:off x="6880680" y="3788640"/>
            <a:ext cx="23040" cy="597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4760" rIns="90000" bIns="147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Shape 237"/>
          <p:cNvSpPr/>
          <p:nvPr/>
        </p:nvSpPr>
        <p:spPr>
          <a:xfrm>
            <a:off x="6903720" y="3848400"/>
            <a:ext cx="22680" cy="612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6200" rIns="90000" bIns="162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Shape 238"/>
          <p:cNvSpPr/>
          <p:nvPr/>
        </p:nvSpPr>
        <p:spPr>
          <a:xfrm>
            <a:off x="6926400" y="3909600"/>
            <a:ext cx="23040" cy="62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7280" rIns="90000" bIns="17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Shape 239"/>
          <p:cNvSpPr/>
          <p:nvPr/>
        </p:nvSpPr>
        <p:spPr>
          <a:xfrm>
            <a:off x="6949440" y="3971880"/>
            <a:ext cx="22680" cy="6336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8360" rIns="90000" bIns="1836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Shape 240"/>
          <p:cNvSpPr/>
          <p:nvPr/>
        </p:nvSpPr>
        <p:spPr>
          <a:xfrm>
            <a:off x="6972120" y="4035240"/>
            <a:ext cx="23040" cy="64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800" rIns="90000" bIns="19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Shape 241"/>
          <p:cNvSpPr/>
          <p:nvPr/>
        </p:nvSpPr>
        <p:spPr>
          <a:xfrm>
            <a:off x="6995160" y="4100040"/>
            <a:ext cx="22680" cy="65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0880" rIns="90000" bIns="20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Shape 242"/>
          <p:cNvSpPr/>
          <p:nvPr/>
        </p:nvSpPr>
        <p:spPr>
          <a:xfrm>
            <a:off x="7017840" y="4165920"/>
            <a:ext cx="23040" cy="6732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2320" rIns="90000" bIns="2232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Shape 243"/>
          <p:cNvSpPr/>
          <p:nvPr/>
        </p:nvSpPr>
        <p:spPr>
          <a:xfrm>
            <a:off x="7040880" y="4233240"/>
            <a:ext cx="22680" cy="684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3400" rIns="90000" bIns="234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Shape 244"/>
          <p:cNvSpPr/>
          <p:nvPr/>
        </p:nvSpPr>
        <p:spPr>
          <a:xfrm>
            <a:off x="7063560" y="4301640"/>
            <a:ext cx="23040" cy="6984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245"/>
          <p:cNvSpPr/>
          <p:nvPr/>
        </p:nvSpPr>
        <p:spPr>
          <a:xfrm>
            <a:off x="7086600" y="4371480"/>
            <a:ext cx="22680" cy="712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Shape 246"/>
          <p:cNvSpPr/>
          <p:nvPr/>
        </p:nvSpPr>
        <p:spPr>
          <a:xfrm>
            <a:off x="7109280" y="4442760"/>
            <a:ext cx="23040" cy="720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7000" rIns="90000" bIns="27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Shape 247"/>
          <p:cNvSpPr/>
          <p:nvPr/>
        </p:nvSpPr>
        <p:spPr>
          <a:xfrm>
            <a:off x="7132320" y="4514760"/>
            <a:ext cx="22680" cy="7380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800" rIns="90000" bIns="288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248"/>
          <p:cNvSpPr/>
          <p:nvPr/>
        </p:nvSpPr>
        <p:spPr>
          <a:xfrm>
            <a:off x="7155000" y="4588560"/>
            <a:ext cx="23040" cy="74880"/>
          </a:xfrm>
          <a:prstGeom prst="line">
            <a:avLst/>
          </a:prstGeom>
          <a:ln w="4445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9880" rIns="90000" bIns="2988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Shape 249"/>
          <p:cNvSpPr/>
          <p:nvPr/>
        </p:nvSpPr>
        <p:spPr>
          <a:xfrm>
            <a:off x="5751720" y="2345400"/>
            <a:ext cx="109440" cy="109440"/>
          </a:xfrm>
          <a:prstGeom prst="ellipse">
            <a:avLst/>
          </a:prstGeom>
          <a:solidFill>
            <a:srgbClr val="1B1B20"/>
          </a:solidFill>
          <a:ln w="1270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9" name="Text 250"/>
          <p:cNvSpPr/>
          <p:nvPr/>
        </p:nvSpPr>
        <p:spPr>
          <a:xfrm>
            <a:off x="685800" y="448056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766E"/>
                </a:solidFill>
                <a:effectLst/>
                <a:uFillTx/>
                <a:latin typeface="Bricolage Grotesque"/>
                <a:ea typeface="Bricolage Grotesque"/>
              </a:rPr>
              <a:t>Along x: a minimum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 = x²  curves up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Text 251"/>
          <p:cNvSpPr/>
          <p:nvPr/>
        </p:nvSpPr>
        <p:spPr>
          <a:xfrm>
            <a:off x="4023360" y="448056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43F5E"/>
                </a:solidFill>
                <a:effectLst/>
                <a:uFillTx/>
                <a:latin typeface="Bricolage Grotesque"/>
                <a:ea typeface="Bricolage Grotesque"/>
              </a:rPr>
              <a:t>Along y: a maximum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 = −y²  curves down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Shape 252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Text 253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Min one way, max the other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f(x, y) = x² − y² has ∇f = 0 at the origin.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Walking along x you are at a minimum; along y a maximum.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The gradient is zero there, so plain gradient descent can slow to a crawl.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5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6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Classify a Critical Point: f = x² − y²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9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1.  ∇f = (2x, −2y) = (0, 0)  →  (0, 0)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2.  H = [ 2   0 ]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 [ 0  −2 ]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3.  Eigenvalues: 2 and −2 (mixed signs)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→ saddle point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Rule: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all &gt; 0 → minimum;  all &lt; 0 → maximum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mixed → saddle;  any 0 → test inconclusive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2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3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sympy as sp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x, y = sp.symbols("x y")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 = x**2 - y**2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print(sp.solve([sp.diff(f, x), sp.diff(f, y)], (x, y)))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{x: 0, y: 0}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H = np.array(sp.hessian(f, (x, y)), dtype=float)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print(np.linalg.eigvalsh(H))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[-2.  2.]  → saddle point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Convex vs. Non-Convex in Machine Learning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Shape 3"/>
          <p:cNvSpPr/>
          <p:nvPr/>
        </p:nvSpPr>
        <p:spPr>
          <a:xfrm>
            <a:off x="54864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Shape 4"/>
          <p:cNvSpPr/>
          <p:nvPr/>
        </p:nvSpPr>
        <p:spPr>
          <a:xfrm>
            <a:off x="77724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2" name="Text 5"/>
          <p:cNvSpPr/>
          <p:nvPr/>
        </p:nvSpPr>
        <p:spPr>
          <a:xfrm>
            <a:off x="77724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Convex losses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Text 6"/>
          <p:cNvSpPr/>
          <p:nvPr/>
        </p:nvSpPr>
        <p:spPr>
          <a:xfrm>
            <a:off x="82296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Linear regression (MSE).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Logistic regression (log-loss).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Gradient descent reaches the global minimum with a suitable step size.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Shape 8"/>
          <p:cNvSpPr/>
          <p:nvPr/>
        </p:nvSpPr>
        <p:spPr>
          <a:xfrm>
            <a:off x="6400800" y="1965960"/>
            <a:ext cx="5028840" cy="45684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 9"/>
          <p:cNvSpPr/>
          <p:nvPr/>
        </p:nvSpPr>
        <p:spPr>
          <a:xfrm>
            <a:off x="6400800" y="196596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Non-convex losses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 10"/>
          <p:cNvSpPr/>
          <p:nvPr/>
        </p:nvSpPr>
        <p:spPr>
          <a:xfrm>
            <a:off x="6446520" y="2697480"/>
            <a:ext cx="493740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Neural networks: many valleys, plateaus and saddles.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Research suggests saddle points are more common than bad local minima in high dimensions.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practice SGD with momentum / Adam still trains them well.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1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Convexity &amp; Saddles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Shape 7"/>
          <p:cNvSpPr/>
          <p:nvPr/>
        </p:nvSpPr>
        <p:spPr>
          <a:xfrm>
            <a:off x="548640" y="1965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Shape 8"/>
          <p:cNvSpPr/>
          <p:nvPr/>
        </p:nvSpPr>
        <p:spPr>
          <a:xfrm>
            <a:off x="731520" y="21578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Text 9"/>
          <p:cNvSpPr/>
          <p:nvPr/>
        </p:nvSpPr>
        <p:spPr>
          <a:xfrm>
            <a:off x="731520" y="21578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 10"/>
          <p:cNvSpPr/>
          <p:nvPr/>
        </p:nvSpPr>
        <p:spPr>
          <a:xfrm>
            <a:off x="1234440" y="1965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Is f(x) = x² convex? What about f(x) = x³?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Shape 11"/>
          <p:cNvSpPr/>
          <p:nvPr/>
        </p:nvSpPr>
        <p:spPr>
          <a:xfrm>
            <a:off x="548640" y="2825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Shape 12"/>
          <p:cNvSpPr/>
          <p:nvPr/>
        </p:nvSpPr>
        <p:spPr>
          <a:xfrm>
            <a:off x="731520" y="3017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Text 13"/>
          <p:cNvSpPr/>
          <p:nvPr/>
        </p:nvSpPr>
        <p:spPr>
          <a:xfrm>
            <a:off x="731520" y="3017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Text 14"/>
          <p:cNvSpPr/>
          <p:nvPr/>
        </p:nvSpPr>
        <p:spPr>
          <a:xfrm>
            <a:off x="1234440" y="2825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and classify the critical point of f = x² + y² − 4x.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Shape 15"/>
          <p:cNvSpPr/>
          <p:nvPr/>
        </p:nvSpPr>
        <p:spPr>
          <a:xfrm>
            <a:off x="548640" y="3684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Shape 16"/>
          <p:cNvSpPr/>
          <p:nvPr/>
        </p:nvSpPr>
        <p:spPr>
          <a:xfrm>
            <a:off x="731520" y="3877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Text 17"/>
          <p:cNvSpPr/>
          <p:nvPr/>
        </p:nvSpPr>
        <p:spPr>
          <a:xfrm>
            <a:off x="731520" y="3877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Text 18"/>
          <p:cNvSpPr/>
          <p:nvPr/>
        </p:nvSpPr>
        <p:spPr>
          <a:xfrm>
            <a:off x="1234440" y="3684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f(x, y) = x² − y² has H with eigenvalues 2 and −2. What kind of point is the origin?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Shape 19"/>
          <p:cNvSpPr/>
          <p:nvPr/>
        </p:nvSpPr>
        <p:spPr>
          <a:xfrm>
            <a:off x="548640" y="454464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Shape 20"/>
          <p:cNvSpPr/>
          <p:nvPr/>
        </p:nvSpPr>
        <p:spPr>
          <a:xfrm>
            <a:off x="731520" y="4736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21"/>
          <p:cNvSpPr/>
          <p:nvPr/>
        </p:nvSpPr>
        <p:spPr>
          <a:xfrm>
            <a:off x="731520" y="4736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 22"/>
          <p:cNvSpPr/>
          <p:nvPr/>
        </p:nvSpPr>
        <p:spPr>
          <a:xfrm>
            <a:off x="1234440" y="454464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can a flat gradient not always be trusted as “we are at the minimum”?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Shape 23"/>
          <p:cNvSpPr/>
          <p:nvPr/>
        </p:nvSpPr>
        <p:spPr>
          <a:xfrm>
            <a:off x="548640" y="5403960"/>
            <a:ext cx="11063880" cy="7311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Shape 24"/>
          <p:cNvSpPr/>
          <p:nvPr/>
        </p:nvSpPr>
        <p:spPr>
          <a:xfrm>
            <a:off x="731520" y="55962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Text 25"/>
          <p:cNvSpPr/>
          <p:nvPr/>
        </p:nvSpPr>
        <p:spPr>
          <a:xfrm>
            <a:off x="731520" y="55962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 26"/>
          <p:cNvSpPr/>
          <p:nvPr/>
        </p:nvSpPr>
        <p:spPr>
          <a:xfrm>
            <a:off x="1234440" y="540396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compute the Hessian eigenvalues of x² + 3y² with sympy and numpy.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8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9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Preview: Gradient Descent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1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Everything in this series lands here — walk downhill using −∇f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5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One Idea: p ← p − lr · ∇f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8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Minimise f(x, y) = x² + y² from (3, 4).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lr = 0.1 (the learning rate),  ∇f = 2p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Step 1: (3, 4) − 0.1·(6, 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= (2.4, 3.2)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Step 2: − 0.1·(4.8, 6.4) → (1.92, 2.56)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Step 3: − 0.1·(3.84, 5.12) → (1.536, 2.048)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Each step shrinks both coordinates by 20%,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heading to the minimum at (0, 0).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1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2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p = np.array([3.0, 4.0])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lr = 0.1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for step in range(3):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grad = 2 * 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p = p - lr * grad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print(p)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[2.4 3.2]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[1.92 2.56]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[1.536 2.048]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Walking Downhill on the Contour 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Shape 3"/>
          <p:cNvSpPr/>
          <p:nvPr/>
        </p:nvSpPr>
        <p:spPr>
          <a:xfrm>
            <a:off x="548640" y="1600200"/>
            <a:ext cx="7223400" cy="4343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Shape 4"/>
          <p:cNvSpPr/>
          <p:nvPr/>
        </p:nvSpPr>
        <p:spPr>
          <a:xfrm flipV="1">
            <a:off x="2834640" y="1737360"/>
            <a:ext cx="360" cy="384048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Shape 5"/>
          <p:cNvSpPr/>
          <p:nvPr/>
        </p:nvSpPr>
        <p:spPr>
          <a:xfrm>
            <a:off x="914400" y="3657600"/>
            <a:ext cx="384048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Shape 6"/>
          <p:cNvSpPr/>
          <p:nvPr/>
        </p:nvSpPr>
        <p:spPr>
          <a:xfrm>
            <a:off x="2514600" y="3337560"/>
            <a:ext cx="639720" cy="639720"/>
          </a:xfrm>
          <a:prstGeom prst="ellipse">
            <a:avLst/>
          </a:prstGeom>
          <a:noFill/>
          <a:ln w="1905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Shape 7"/>
          <p:cNvSpPr/>
          <p:nvPr/>
        </p:nvSpPr>
        <p:spPr>
          <a:xfrm>
            <a:off x="2194560" y="3017520"/>
            <a:ext cx="1279800" cy="1279800"/>
          </a:xfrm>
          <a:prstGeom prst="ellipse">
            <a:avLst/>
          </a:prstGeom>
          <a:noFill/>
          <a:ln w="1905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Shape 8"/>
          <p:cNvSpPr/>
          <p:nvPr/>
        </p:nvSpPr>
        <p:spPr>
          <a:xfrm>
            <a:off x="1874520" y="2697480"/>
            <a:ext cx="1919880" cy="1919880"/>
          </a:xfrm>
          <a:prstGeom prst="ellipse">
            <a:avLst/>
          </a:prstGeom>
          <a:noFill/>
          <a:ln w="1905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Shape 9"/>
          <p:cNvSpPr/>
          <p:nvPr/>
        </p:nvSpPr>
        <p:spPr>
          <a:xfrm>
            <a:off x="1554480" y="2377440"/>
            <a:ext cx="2559960" cy="2559960"/>
          </a:xfrm>
          <a:prstGeom prst="ellipse">
            <a:avLst/>
          </a:prstGeom>
          <a:noFill/>
          <a:ln w="1905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Shape 10"/>
          <p:cNvSpPr/>
          <p:nvPr/>
        </p:nvSpPr>
        <p:spPr>
          <a:xfrm>
            <a:off x="1234440" y="2057400"/>
            <a:ext cx="3200040" cy="3200040"/>
          </a:xfrm>
          <a:prstGeom prst="ellipse">
            <a:avLst/>
          </a:prstGeom>
          <a:noFill/>
          <a:ln w="19050">
            <a:solidFill>
              <a:srgbClr val="D9D7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Shape 11"/>
          <p:cNvSpPr/>
          <p:nvPr/>
        </p:nvSpPr>
        <p:spPr>
          <a:xfrm>
            <a:off x="3740040" y="2322720"/>
            <a:ext cx="109440" cy="109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8" name="Shape 12"/>
          <p:cNvSpPr/>
          <p:nvPr/>
        </p:nvSpPr>
        <p:spPr>
          <a:xfrm flipH="1">
            <a:off x="3602520" y="2377440"/>
            <a:ext cx="192240" cy="255960"/>
          </a:xfrm>
          <a:prstGeom prst="line">
            <a:avLst/>
          </a:prstGeom>
          <a:ln w="31750">
            <a:solidFill>
              <a:srgbClr val="0F76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Shape 13"/>
          <p:cNvSpPr/>
          <p:nvPr/>
        </p:nvSpPr>
        <p:spPr>
          <a:xfrm>
            <a:off x="3547800" y="2578680"/>
            <a:ext cx="109440" cy="109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0" name="Shape 14"/>
          <p:cNvSpPr/>
          <p:nvPr/>
        </p:nvSpPr>
        <p:spPr>
          <a:xfrm flipH="1">
            <a:off x="3448800" y="2633400"/>
            <a:ext cx="153720" cy="204840"/>
          </a:xfrm>
          <a:prstGeom prst="line">
            <a:avLst/>
          </a:prstGeom>
          <a:ln w="31750">
            <a:solidFill>
              <a:srgbClr val="0F76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1" name="Shape 15"/>
          <p:cNvSpPr/>
          <p:nvPr/>
        </p:nvSpPr>
        <p:spPr>
          <a:xfrm>
            <a:off x="3394080" y="2783520"/>
            <a:ext cx="109440" cy="109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2" name="Shape 16"/>
          <p:cNvSpPr/>
          <p:nvPr/>
        </p:nvSpPr>
        <p:spPr>
          <a:xfrm flipH="1">
            <a:off x="3326040" y="2838240"/>
            <a:ext cx="122760" cy="163800"/>
          </a:xfrm>
          <a:prstGeom prst="line">
            <a:avLst/>
          </a:prstGeom>
          <a:ln w="31750">
            <a:solidFill>
              <a:srgbClr val="0F76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" name="Shape 17"/>
          <p:cNvSpPr/>
          <p:nvPr/>
        </p:nvSpPr>
        <p:spPr>
          <a:xfrm>
            <a:off x="3271320" y="2947320"/>
            <a:ext cx="109440" cy="109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4" name="Shape 18"/>
          <p:cNvSpPr/>
          <p:nvPr/>
        </p:nvSpPr>
        <p:spPr>
          <a:xfrm flipH="1">
            <a:off x="3227760" y="3002040"/>
            <a:ext cx="98280" cy="131040"/>
          </a:xfrm>
          <a:prstGeom prst="line">
            <a:avLst/>
          </a:prstGeom>
          <a:ln w="31750">
            <a:solidFill>
              <a:srgbClr val="0F766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Shape 19"/>
          <p:cNvSpPr/>
          <p:nvPr/>
        </p:nvSpPr>
        <p:spPr>
          <a:xfrm>
            <a:off x="3173040" y="3078360"/>
            <a:ext cx="109440" cy="1094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 20"/>
          <p:cNvSpPr/>
          <p:nvPr/>
        </p:nvSpPr>
        <p:spPr>
          <a:xfrm>
            <a:off x="3886200" y="23774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3F5E"/>
                </a:solidFill>
                <a:effectLst/>
                <a:uFillTx/>
                <a:latin typeface="Cantarell"/>
                <a:ea typeface="Cantarell"/>
              </a:rPr>
              <a:t>start (3, 4)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Text 21"/>
          <p:cNvSpPr/>
          <p:nvPr/>
        </p:nvSpPr>
        <p:spPr>
          <a:xfrm>
            <a:off x="2926080" y="36576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minimum (0, 0)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Shape 22"/>
          <p:cNvSpPr/>
          <p:nvPr/>
        </p:nvSpPr>
        <p:spPr>
          <a:xfrm>
            <a:off x="2779920" y="3602880"/>
            <a:ext cx="109440" cy="109440"/>
          </a:xfrm>
          <a:prstGeom prst="ellipse">
            <a:avLst/>
          </a:prstGeom>
          <a:solidFill>
            <a:srgbClr val="1B1B20"/>
          </a:solidFill>
          <a:ln w="12700">
            <a:solidFill>
              <a:srgbClr val="1B1B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9" name="Shape 23"/>
          <p:cNvSpPr/>
          <p:nvPr/>
        </p:nvSpPr>
        <p:spPr>
          <a:xfrm>
            <a:off x="8046720" y="1600200"/>
            <a:ext cx="3611520" cy="4343040"/>
          </a:xfrm>
          <a:prstGeom prst="roundRect">
            <a:avLst>
              <a:gd name="adj" fmla="val 3038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0" name="Text 24"/>
          <p:cNvSpPr/>
          <p:nvPr/>
        </p:nvSpPr>
        <p:spPr>
          <a:xfrm>
            <a:off x="8321040" y="1828800"/>
            <a:ext cx="310860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Steps get smaller near the bottom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Each step follows −∇f, perpendicular to the ring.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Steps shrink as the gradient shrinks near the minimum.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02019"/>
                </a:solidFill>
                <a:effectLst/>
                <a:uFillTx/>
                <a:latin typeface="Hanken Grotesk"/>
                <a:ea typeface="Hanken Grotesk"/>
              </a:rPr>
              <a:t>Full algorithm, learning-rate choices and variants: the next deck.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3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4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Learning Rate Matters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5" name="Shape 3"/>
          <p:cNvSpPr/>
          <p:nvPr/>
        </p:nvSpPr>
        <p:spPr>
          <a:xfrm>
            <a:off x="548640" y="173736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Shape 4"/>
          <p:cNvSpPr/>
          <p:nvPr/>
        </p:nvSpPr>
        <p:spPr>
          <a:xfrm>
            <a:off x="777240" y="1920240"/>
            <a:ext cx="201132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7" name="Text 5"/>
          <p:cNvSpPr/>
          <p:nvPr/>
        </p:nvSpPr>
        <p:spPr>
          <a:xfrm>
            <a:off x="777240" y="19202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✎  By hand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Text 6"/>
          <p:cNvSpPr/>
          <p:nvPr/>
        </p:nvSpPr>
        <p:spPr>
          <a:xfrm>
            <a:off x="822960" y="2468880"/>
            <a:ext cx="49374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f(x) = x²,  start x = 3,  update x ← x − lr·2x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Each step multiplies x by (1 − 2·lr).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lr = 0.01 → factor 0.98: crawls, slowly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lr = 0.1  → factor 0.80: steady descent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lr = 1.1  → factor −1.2: overshoots 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           explodes (|x| grows each step)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Cantarell"/>
                <a:ea typeface="Cantarell"/>
              </a:rPr>
              <a:t>Too small = slow.  Too big = divergence.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Shape 7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8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1" name="Shape 9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Shape 10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Text 11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for lr in (0.01, 0.1, 1.1):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x = 3.0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path = []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for _ in range(5):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x = x - lr * 2 * 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    path.append(round(x, 4))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print(lr, path)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0.01 [2.94, 2.8812, 2.8236, 2.7671, 2.7118]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0.1  [2.4, 1.92, 1.536, 1.2288, 0.983]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4A3B8"/>
                </a:solidFill>
                <a:effectLst/>
                <a:uFillTx/>
                <a:latin typeface="Cantarell"/>
                <a:ea typeface="Cantarell"/>
              </a:rPr>
              <a:t># 1.1  [-3.6, 4.32, -5.184, 6.2208, -7.465]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Preview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pencil, paper or a quick Python cell.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3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5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Do one step of p ← p − 0.1·∇f for f = x² + y² from (1, 2).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9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What happens if the learning rate is huge?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does the step size shrink near the minimum even with a fixed lr?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Python: run 20 steps from (3, 4) and print the distance to (0, 0) each time.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9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0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1" name="Text 3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TASKS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2" name="Text 4"/>
          <p:cNvSpPr/>
          <p:nvPr/>
        </p:nvSpPr>
        <p:spPr>
          <a:xfrm>
            <a:off x="640080" y="2743200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Your Turn: Three Task Sets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3" name="Text 5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Gradient by hand, check in Python, then walk downhill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6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7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8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Partials &amp; Gradients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Hand first, SymPy second.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5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 f = x²y + y³ find ∂f/∂x and ∂f/∂y.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Evaluate the gradient at (1, 2).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numeric_gradient(f, p) with centred differences.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 it to sympy at the same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0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1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2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4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Jacobian &amp; Hessian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Matrices of derivatives.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Jacobian of f(x, y) = (xy, x² + y) at (2, 1).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Find the Hessian of f = 2x² + 3xy + y².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its eigenvalues with numpy.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Classify x² − y² and x² + y² using eigenvalues.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4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5" name="Shape 2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6" name="Text 3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Text 4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TASK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Text 5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Walk Downhill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Text 6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Your own mini descent.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Shape 7"/>
          <p:cNvSpPr/>
          <p:nvPr/>
        </p:nvSpPr>
        <p:spPr>
          <a:xfrm>
            <a:off x="548640" y="196596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Shape 8"/>
          <p:cNvSpPr/>
          <p:nvPr/>
        </p:nvSpPr>
        <p:spPr>
          <a:xfrm>
            <a:off x="731520" y="220356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Text 9"/>
          <p:cNvSpPr/>
          <p:nvPr/>
        </p:nvSpPr>
        <p:spPr>
          <a:xfrm>
            <a:off x="731520" y="22035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Text 10"/>
          <p:cNvSpPr/>
          <p:nvPr/>
        </p:nvSpPr>
        <p:spPr>
          <a:xfrm>
            <a:off x="1234440" y="196596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Start at (3, 4) and run 20 steps of p ← p − 0.1·∇f for x² + y².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Shape 11"/>
          <p:cNvSpPr/>
          <p:nvPr/>
        </p:nvSpPr>
        <p:spPr>
          <a:xfrm>
            <a:off x="548640" y="292608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Shape 12"/>
          <p:cNvSpPr/>
          <p:nvPr/>
        </p:nvSpPr>
        <p:spPr>
          <a:xfrm>
            <a:off x="731520" y="316368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Text 13"/>
          <p:cNvSpPr/>
          <p:nvPr/>
        </p:nvSpPr>
        <p:spPr>
          <a:xfrm>
            <a:off x="731520" y="316368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Text 14"/>
          <p:cNvSpPr/>
          <p:nvPr/>
        </p:nvSpPr>
        <p:spPr>
          <a:xfrm>
            <a:off x="1234440" y="292608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Record the loss at each step; confirm it keeps falling.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Shape 15"/>
          <p:cNvSpPr/>
          <p:nvPr/>
        </p:nvSpPr>
        <p:spPr>
          <a:xfrm>
            <a:off x="548640" y="388620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Shape 16"/>
          <p:cNvSpPr/>
          <p:nvPr/>
        </p:nvSpPr>
        <p:spPr>
          <a:xfrm>
            <a:off x="731520" y="412380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Text 17"/>
          <p:cNvSpPr/>
          <p:nvPr/>
        </p:nvSpPr>
        <p:spPr>
          <a:xfrm>
            <a:off x="731520" y="41238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Text 18"/>
          <p:cNvSpPr/>
          <p:nvPr/>
        </p:nvSpPr>
        <p:spPr>
          <a:xfrm>
            <a:off x="1234440" y="388620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Repeat with lr = 0.01, 0.5 and 1.1. Compare the paths.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Shape 19"/>
          <p:cNvSpPr/>
          <p:nvPr/>
        </p:nvSpPr>
        <p:spPr>
          <a:xfrm>
            <a:off x="548640" y="4846320"/>
            <a:ext cx="11063880" cy="822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Shape 20"/>
          <p:cNvSpPr/>
          <p:nvPr/>
        </p:nvSpPr>
        <p:spPr>
          <a:xfrm>
            <a:off x="731520" y="5083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12700">
            <a:solidFill>
              <a:srgbClr val="BBED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Text 21"/>
          <p:cNvSpPr/>
          <p:nvPr/>
        </p:nvSpPr>
        <p:spPr>
          <a:xfrm>
            <a:off x="731520" y="5083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Text 22"/>
          <p:cNvSpPr/>
          <p:nvPr/>
        </p:nvSpPr>
        <p:spPr>
          <a:xfrm>
            <a:off x="1234440" y="484632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3 sentences on what the learning rate controls.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8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9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A Gradient Lab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Shape 3"/>
          <p:cNvSpPr/>
          <p:nvPr/>
        </p:nvSpPr>
        <p:spPr>
          <a:xfrm>
            <a:off x="548640" y="1737360"/>
            <a:ext cx="2925720" cy="4023000"/>
          </a:xfrm>
          <a:prstGeom prst="roundRect">
            <a:avLst>
              <a:gd name="adj" fmla="val 3750"/>
            </a:avLst>
          </a:prstGeom>
          <a:solidFill>
            <a:srgbClr val="8C8AE0"/>
          </a:solidFill>
          <a:ln w="12700">
            <a:solidFill>
              <a:srgbClr val="8C8A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1" name="Shape 4"/>
          <p:cNvSpPr/>
          <p:nvPr/>
        </p:nvSpPr>
        <p:spPr>
          <a:xfrm>
            <a:off x="1600200" y="2103120"/>
            <a:ext cx="822600" cy="822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Text 5"/>
          <p:cNvSpPr/>
          <p:nvPr/>
        </p:nvSpPr>
        <p:spPr>
          <a:xfrm>
            <a:off x="1600200" y="21031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✦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Text 6"/>
          <p:cNvSpPr/>
          <p:nvPr/>
        </p:nvSpPr>
        <p:spPr>
          <a:xfrm>
            <a:off x="731520" y="3154680"/>
            <a:ext cx="25599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Compute, verify and use the MSE gradient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Text 7"/>
          <p:cNvSpPr/>
          <p:nvPr/>
        </p:nvSpPr>
        <p:spPr>
          <a:xfrm>
            <a:off x="3749040" y="1737360"/>
            <a:ext cx="7909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5 data points of your own (x, y) for a line y = wx + b.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Compute ∇L at (w, b) = (0, 0) with the formula, then with a numerical gradient.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Take 3 update steps with a small learning rate and show the loss falling.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6 sentences: the loss, the gradient, the step, what you verified, and one thing that could go wrong.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Text 1"/>
          <p:cNvSpPr/>
          <p:nvPr/>
        </p:nvSpPr>
        <p:spPr>
          <a:xfrm>
            <a:off x="457200" y="647388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Hafiz Waseem Ahmed (Paxto)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7" name="Image 0" descr="preencoded.png"/>
          <p:cNvPicPr/>
          <p:nvPr/>
        </p:nvPicPr>
        <p:blipFill>
          <a:blip r:embed="rId1"/>
          <a:stretch/>
        </p:blipFill>
        <p:spPr>
          <a:xfrm>
            <a:off x="11247120" y="384120"/>
            <a:ext cx="38376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8" name="Text 2"/>
          <p:cNvSpPr/>
          <p:nvPr/>
        </p:nvSpPr>
        <p:spPr>
          <a:xfrm>
            <a:off x="548640" y="45720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Project: Starter Template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Text 3"/>
          <p:cNvSpPr/>
          <p:nvPr/>
        </p:nvSpPr>
        <p:spPr>
          <a:xfrm>
            <a:off x="548640" y="1737360"/>
            <a:ext cx="53946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Replace x and y with your data.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Formula gradient and numerical gradient must agree.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1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Try a larger lr to see divergence.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Shape 4"/>
          <p:cNvSpPr/>
          <p:nvPr/>
        </p:nvSpPr>
        <p:spPr>
          <a:xfrm>
            <a:off x="6172200" y="173736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12700">
            <a:solidFill>
              <a:srgbClr val="0E14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1" name="Shape 5"/>
          <p:cNvSpPr/>
          <p:nvPr/>
        </p:nvSpPr>
        <p:spPr>
          <a:xfrm>
            <a:off x="6336720" y="1883520"/>
            <a:ext cx="100080" cy="1000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2" name="Shape 6"/>
          <p:cNvSpPr/>
          <p:nvPr/>
        </p:nvSpPr>
        <p:spPr>
          <a:xfrm>
            <a:off x="6537960" y="1883520"/>
            <a:ext cx="100080" cy="100080"/>
          </a:xfrm>
          <a:prstGeom prst="ellipse">
            <a:avLst/>
          </a:prstGeom>
          <a:solidFill>
            <a:srgbClr val="F9C6FE"/>
          </a:solidFill>
          <a:ln w="12700">
            <a:solidFill>
              <a:srgbClr val="F9C6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3" name="Shape 7"/>
          <p:cNvSpPr/>
          <p:nvPr/>
        </p:nvSpPr>
        <p:spPr>
          <a:xfrm>
            <a:off x="6739200" y="1883520"/>
            <a:ext cx="100080" cy="10008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 8"/>
          <p:cNvSpPr/>
          <p:nvPr/>
        </p:nvSpPr>
        <p:spPr>
          <a:xfrm>
            <a:off x="6373440" y="2148840"/>
            <a:ext cx="512028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import numpy as np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x = np.array([1, 2, 3, 4.])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y = np.array([2, 4, 6, 8.])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loss(w, b):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return np.mean((w*x + b - y) ** 2)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def grad(w, b):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e = w*x + b - 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return 2*np.mean(e*x), 2*np.mean(e)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w, b, lr = 0.0, 0.0, 0.01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for step in range(3):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dw, db = grad(w, b)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w, b = w - lr*dw, b - lr*db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antarell"/>
              </a:rPr>
              <a:t>    print(round(loss(w, b), 3))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Text 0"/>
          <p:cNvSpPr/>
          <p:nvPr/>
        </p:nvSpPr>
        <p:spPr>
          <a:xfrm>
            <a:off x="1150308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6" name="Shape 1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55000"/>
            </a:srgbClr>
          </a:solidFill>
          <a:ln w="12700">
            <a:solidFill>
              <a:srgbClr val="2627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7" name="Shape 2"/>
          <p:cNvSpPr/>
          <p:nvPr/>
        </p:nvSpPr>
        <p:spPr>
          <a:xfrm>
            <a:off x="-1645920" y="4754880"/>
            <a:ext cx="3474360" cy="3474360"/>
          </a:xfrm>
          <a:prstGeom prst="ellipse">
            <a:avLst/>
          </a:prstGeom>
          <a:solidFill>
            <a:srgbClr val="11362E">
              <a:alpha val="45000"/>
            </a:srgbClr>
          </a:solidFill>
          <a:ln w="12700">
            <a:solidFill>
              <a:srgbClr val="1136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8" name="Text 3"/>
          <p:cNvSpPr/>
          <p:nvPr/>
        </p:nvSpPr>
        <p:spPr>
          <a:xfrm>
            <a:off x="640080" y="12801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CALCULUS III COMPLETE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9" name="Text 4"/>
          <p:cNvSpPr/>
          <p:nvPr/>
        </p:nvSpPr>
        <p:spPr>
          <a:xfrm>
            <a:off x="640080" y="169164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What You Can Do Now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0" name="Text 5"/>
          <p:cNvSpPr/>
          <p:nvPr/>
        </p:nvSpPr>
        <p:spPr>
          <a:xfrm>
            <a:off x="640080" y="2834640"/>
            <a:ext cx="10515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Read contour maps and functions of several variables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Compute partial derivatives and assemble the gradient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Explain why −∇f is the direction of steepest descent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Build Jacobians and Hessians and classify critical points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E0E7FF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E0E7FF"/>
                </a:solidFill>
                <a:effectLst/>
                <a:uFillTx/>
                <a:latin typeface="Hanken Grotesk"/>
                <a:ea typeface="Hanken Grotesk"/>
              </a:rPr>
              <a:t>Take your first gradient-descent steps and see why the learning rate matters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1" name="Text 6"/>
          <p:cNvSpPr/>
          <p:nvPr/>
        </p:nvSpPr>
        <p:spPr>
          <a:xfrm>
            <a:off x="640080" y="52120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Next up — Gradient Descent in the ML phase: training models by walking downhill, now with all the calculus in place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2026-10-01T10:35:28Z</dcterms:created>
  <dc:creator>PptxGenJS</dc:creator>
  <dc:description/>
  <dc:language>en-US</dc:language>
  <cp:lastModifiedBy/>
  <dcterms:modified xsi:type="dcterms:W3CDTF">2026-10-01T20:37:54Z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48</vt:i4>
  </property>
  <property fmtid="{D5CDD505-2E9C-101B-9397-08002B2CF9AE}" pid="3" name="PresentationFormat">
    <vt:lpwstr>On-screen Show (16:9)</vt:lpwstr>
  </property>
  <property fmtid="{D5CDD505-2E9C-101B-9397-08002B2CF9AE}" pid="4" name="Slides">
    <vt:i4>48</vt:i4>
  </property>
</Properties>
</file>