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9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5BCC897-0548-43AD-A3FE-56FF3C09E4C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135936-579E-4D96-A89F-C120867AD6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E61BB5-B69D-4491-8C83-877184C5EE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9EE290-A2EB-4360-A389-F3A9754EB6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0AB088-13EC-4CFF-AD19-350394B45A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8DD93D-1A30-4C4B-BDB2-53F5CE31C9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3CF4FE-7649-4BAA-A4A7-BEBD939E19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E0BAB6-4058-47E9-B95A-73838627CB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7BB320-06CB-49A4-B24E-DF0955AD32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BF050B-6C01-46C6-8506-032843574D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9061EC-2030-4F84-8254-AB85AF2A2D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8D6011-963E-44E0-BC72-87E161E54F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83FCE1-4460-4004-A01E-15BA6E3F13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2D8891-9967-4DDC-B67B-2F945DDFC8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2EF324-3B71-4674-8C91-7079E8108C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274252-3B0B-4070-B18F-07B90C6D1F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116BA6-C740-4EE6-8846-58E94E1D72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CA553-0A3E-4CBC-9966-A1E60B2605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12653A-A776-495A-B1A8-32B41587F8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244D46-CA94-480C-B2E5-D20302D591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9A98B1-6919-41F1-80C2-4AAF6D68FC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B1F65D-7F60-4C15-A31B-3CAED15B53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616BF5-6406-46A9-A6D0-8ACAED0F32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F06B2B-7947-4323-B4CC-2BF5E80016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61694B-4A74-4ABA-87B5-3AF1B9C01C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79DCB8-A1BE-40E8-8221-9B430CE8EC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3AE535-85A3-4992-A5CE-559B4BFE21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476C8F-E1A0-4E84-86A7-D095B10C08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630395-DC22-419F-BA2D-61315352AE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6576F8-F2B4-4890-B84E-2187E00DA0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A4BD5B-83BC-454E-9FC6-42C709D50B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5B8EF4-1FEB-48D3-80E4-D4B430CE93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86B5A4-A903-41B8-8ACE-979315118D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BD82EC-3FD4-4520-9694-A2E69ECB65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61C4A1-9DA0-4E10-8825-CB1971D6BA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621619-0C10-44F0-BB4A-66863DCB7D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975716-0B9B-48A0-BE2D-F7078FEA5E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CDD650-6024-4B58-B0E6-E56ADA13B6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D453CD-336D-4DCA-903E-1F8F76D75C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DD7684-D08F-42CC-A636-A5798332A5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5E69FC-6EB4-4494-A7F0-042CA6CFD2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50D7E5-2F51-4110-B4D9-2CEC12A582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437F61-FA4A-40F0-BDDD-707FDC6101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4FAA68-8F87-4DA9-A30A-2A689B183A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7BE979-4AFF-4B04-B26D-A8C84DD8B8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5973C4-5A13-4B3D-B3E8-77D6628398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103927-4493-4D9F-9BA6-02F323B92C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2BEECF-BCD9-4767-93C5-104FE5D921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231315-7B68-4F7E-92DE-06E6AA6DCC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2A9E51-A841-4422-B532-6A84581E4B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0AFE68-060B-4450-81B2-BB9ECD2421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685800" y="457200"/>
            <a:ext cx="2651400" cy="93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Shape 5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CALCULUS I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58440" y="2788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Calculus I: Derivatives from Scratch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13160" y="3703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Why calculus matters, functions, limits, continuity &amp; the derivative — by hand and in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13160" y="5001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517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517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calculus is, why it matters, and the real products built on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2084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231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231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2084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Functions — the language calculus speaks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797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944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94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797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Limits — what happens as we get closer and closer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51144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65760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65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51144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Continuity — smooth vs. broken, and why ML cares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4224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4370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4370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4224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Derivatives — rate of change, slope, and sensitivity of a loss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937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5083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5083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937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 throughout: SymPy for exact answers, NumPy for numerical ones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48640" y="5650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731520" y="5797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731520" y="5797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1234440" y="5650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Tasks and a mini project: build a derivative toolkit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Is Calculus &amp; Why It Matters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mathematics of change — and the engine that trains every modern AI model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Calculus?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mathematics of change and accumulation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Calculus studies how quantities change — and how small changes add up.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Algebra answers “what is the value?”; calculus answers “how fast is it changing?”.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Newton and Leibniz built it in the 1600s to describe motion and the planets.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Today it also describes how an AI model learns.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Two Halves of Calculus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Differential calculus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Studies rates of change and slopes.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Key tool: the derivative.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Question: “If I nudge the input, how much does the output move?”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the half ML uses most.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Integral calculus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Studies accumulation and areas.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Key tool: the integral.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Question: “How much has built up in total?”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Used for probabilities, expected values (Calculus II).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Calculus Matters in AI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54864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77724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Learning = minimising error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77724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Training means making a loss function as small as possible. Calculus finds the way down.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434340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45720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45720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457200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Derivatives give direction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457200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derivative says which way to change each weight to reduce the loss — and by how much.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813816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83667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83667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836676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Deep nets chain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836676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network is functions inside functions. The chain rule passes the learning signal back through every layer.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Calculus Appears in ML &amp; DL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54864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77724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Regression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77724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Linear and logistic regression are fitted by following derivatives of the loss.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339480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36234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36234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362340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Neural networks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362340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Backpropagation is the chain rule applied layer by layer.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62409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64695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64695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64695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Optimisers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64695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SGD, Adam and RMSprop are all built on derivatives (gradients).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90867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93153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93153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93153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Probability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93153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Likelihoods, expected values and distributions rely on integrals and derivatives.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Real Products Built on Calculus (1/2)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54864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77724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ChatGPT / GPT models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77724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Large language models: transformer networks trained with backpropagation and gradient descent on huge text data.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434340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45720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45720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1"/>
          <p:cNvSpPr/>
          <p:nvPr/>
        </p:nvSpPr>
        <p:spPr>
          <a:xfrm>
            <a:off x="457200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Google Translate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2"/>
          <p:cNvSpPr/>
          <p:nvPr/>
        </p:nvSpPr>
        <p:spPr>
          <a:xfrm>
            <a:off x="457200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Neural machine translation: deep networks whose millions of weights are tuned by gradients of a translation loss.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3"/>
          <p:cNvSpPr/>
          <p:nvPr/>
        </p:nvSpPr>
        <p:spPr>
          <a:xfrm>
            <a:off x="813816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83667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83667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6"/>
          <p:cNvSpPr/>
          <p:nvPr/>
        </p:nvSpPr>
        <p:spPr>
          <a:xfrm>
            <a:off x="836676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Tesla Autopilot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7"/>
          <p:cNvSpPr/>
          <p:nvPr/>
        </p:nvSpPr>
        <p:spPr>
          <a:xfrm>
            <a:off x="836676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Camera-based vision neural networks, trained on driving data by gradient-based optimisation.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548640" y="58521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Exact training details are proprietary; the common thread is neural-network models trained with gradient descent.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Real Products Built on Calculus (2/2)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54864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77724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Apple Face 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77724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Neural networks learn to recognise a face; every weight was adjusted by derivatives of an error measure.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434340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45720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45720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457200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Netflix recommendations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457200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Taste models learned by gradient-based optimisation; the Netflix Prize popularised SGD matrix factorisation.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813816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83667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83667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8366760" y="265176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AlphaFold (DeepMind)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8366760" y="3520440"/>
            <a:ext cx="3062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deep network that predicts protein structures, trained end to end with gradient descent.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548640" y="58521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Exact training details are proprietary; the common thread is neural-network models trained with gradient descent.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Training Loop: Where Calculus Sits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731520" y="2194560"/>
            <a:ext cx="1462680" cy="1737000"/>
          </a:xfrm>
          <a:prstGeom prst="roundRect">
            <a:avLst>
              <a:gd name="adj" fmla="val 75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822960" y="2240280"/>
            <a:ext cx="1279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Predict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ŷ = f(x; w)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2212560" y="3063240"/>
            <a:ext cx="329400" cy="360"/>
          </a:xfrm>
          <a:prstGeom prst="line">
            <a:avLst/>
          </a:prstGeom>
          <a:ln w="31750">
            <a:solidFill>
              <a:srgbClr val="47465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2560320" y="2194560"/>
            <a:ext cx="1462680" cy="1737000"/>
          </a:xfrm>
          <a:prstGeom prst="roundRect">
            <a:avLst>
              <a:gd name="adj" fmla="val 75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2651760" y="2240280"/>
            <a:ext cx="1279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Measure loss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ntarell"/>
                <a:ea typeface="Cantarell"/>
              </a:rPr>
              <a:t>L = (ŷ − y)²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4041360" y="3063240"/>
            <a:ext cx="329400" cy="360"/>
          </a:xfrm>
          <a:prstGeom prst="line">
            <a:avLst/>
          </a:prstGeom>
          <a:ln w="31750">
            <a:solidFill>
              <a:srgbClr val="47465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0"/>
          <p:cNvSpPr/>
          <p:nvPr/>
        </p:nvSpPr>
        <p:spPr>
          <a:xfrm>
            <a:off x="4389120" y="2194560"/>
            <a:ext cx="1462680" cy="1737000"/>
          </a:xfrm>
          <a:prstGeom prst="roundRect">
            <a:avLst>
              <a:gd name="adj" fmla="val 7500"/>
            </a:avLst>
          </a:prstGeom>
          <a:solidFill>
            <a:srgbClr val="FFC94A"/>
          </a:solidFill>
          <a:ln w="12700">
            <a:solidFill>
              <a:srgbClr val="FFC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4480560" y="2240280"/>
            <a:ext cx="1279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Derivative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dL/dw = which way is downhill?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5870160" y="3063240"/>
            <a:ext cx="329400" cy="360"/>
          </a:xfrm>
          <a:prstGeom prst="line">
            <a:avLst/>
          </a:prstGeom>
          <a:ln w="31750">
            <a:solidFill>
              <a:srgbClr val="47465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6217920" y="2194560"/>
            <a:ext cx="1462680" cy="1737000"/>
          </a:xfrm>
          <a:prstGeom prst="roundRect">
            <a:avLst>
              <a:gd name="adj" fmla="val 75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6309360" y="2240280"/>
            <a:ext cx="1279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Update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2019"/>
                </a:solidFill>
                <a:effectLst/>
                <a:uFillTx/>
                <a:latin typeface="Cantarell"/>
                <a:ea typeface="Cantarell"/>
              </a:rPr>
              <a:t>w ← w − lr · dL/dw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5"/>
          <p:cNvSpPr/>
          <p:nvPr/>
        </p:nvSpPr>
        <p:spPr>
          <a:xfrm>
            <a:off x="7132320" y="3931920"/>
            <a:ext cx="360" cy="640080"/>
          </a:xfrm>
          <a:prstGeom prst="line">
            <a:avLst/>
          </a:prstGeom>
          <a:ln w="317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6"/>
          <p:cNvSpPr/>
          <p:nvPr/>
        </p:nvSpPr>
        <p:spPr>
          <a:xfrm>
            <a:off x="1463040" y="4572000"/>
            <a:ext cx="5669280" cy="360"/>
          </a:xfrm>
          <a:prstGeom prst="line">
            <a:avLst/>
          </a:prstGeom>
          <a:ln w="317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7"/>
          <p:cNvSpPr/>
          <p:nvPr/>
        </p:nvSpPr>
        <p:spPr>
          <a:xfrm flipV="1">
            <a:off x="1463040" y="3977640"/>
            <a:ext cx="360" cy="594360"/>
          </a:xfrm>
          <a:prstGeom prst="line">
            <a:avLst/>
          </a:prstGeom>
          <a:ln w="3175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2194560" y="46634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repeat thousands of times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0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One idea, repeated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Steps 3 and 4 are calculus: the derivative says which way, the update takes a step.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Every model on the last two slides trains with this loop.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This mini-series teaches step 3; the next deck uses it.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What Is Calculus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your own words: what question does differential calculus answer?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training a model amount to minimising a loss?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the training loop, which step needs calculus?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two products you use daily that rely on trained neural networks.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Functions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language calculus speaks — an input goes in, one output comes out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Function?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rule that turns each input into exactly one output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Think of a machine: put x in, get f(x) out.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input has exactly one output — the same input never gives two answers.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Written f(x) = x² means “square whatever comes in”.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inputs allowed form the domain; the outputs produced form the range.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Functions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Python def is a function: arguments in, return value out.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Same input, same output — every time.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 lets one function handle a whole array of inputs.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f(x):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x **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print(f(3))            # 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print(f(-3))           # 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xs = np.array([1, 2, 3, 4])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print(f(xs))           # [ 1  4  9 16]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Families of Functions You Will Meet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54864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77724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77724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77724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77724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f(x) = mx + b — a straight line. Models like ŷ = wx + b.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339480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9"/>
          <p:cNvSpPr/>
          <p:nvPr/>
        </p:nvSpPr>
        <p:spPr>
          <a:xfrm>
            <a:off x="362340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362340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362340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Polynomial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362340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f(x) = x², x³ … — curves. Loss functions are often quadratic.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3"/>
          <p:cNvSpPr/>
          <p:nvPr/>
        </p:nvSpPr>
        <p:spPr>
          <a:xfrm>
            <a:off x="62409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4"/>
          <p:cNvSpPr/>
          <p:nvPr/>
        </p:nvSpPr>
        <p:spPr>
          <a:xfrm>
            <a:off x="64695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5"/>
          <p:cNvSpPr/>
          <p:nvPr/>
        </p:nvSpPr>
        <p:spPr>
          <a:xfrm>
            <a:off x="64695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6"/>
          <p:cNvSpPr/>
          <p:nvPr/>
        </p:nvSpPr>
        <p:spPr>
          <a:xfrm>
            <a:off x="64695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Exponential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7"/>
          <p:cNvSpPr/>
          <p:nvPr/>
        </p:nvSpPr>
        <p:spPr>
          <a:xfrm>
            <a:off x="64695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f(x) = eˣ — explosive growth. Appears in softmax and probabilities.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8"/>
          <p:cNvSpPr/>
          <p:nvPr/>
        </p:nvSpPr>
        <p:spPr>
          <a:xfrm>
            <a:off x="9086760" y="1737360"/>
            <a:ext cx="2571480" cy="4023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9"/>
          <p:cNvSpPr/>
          <p:nvPr/>
        </p:nvSpPr>
        <p:spPr>
          <a:xfrm>
            <a:off x="9315360" y="19659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0"/>
          <p:cNvSpPr/>
          <p:nvPr/>
        </p:nvSpPr>
        <p:spPr>
          <a:xfrm>
            <a:off x="931536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1"/>
          <p:cNvSpPr/>
          <p:nvPr/>
        </p:nvSpPr>
        <p:spPr>
          <a:xfrm>
            <a:off x="9315360" y="2651760"/>
            <a:ext cx="2114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Logarithm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9315360" y="3520440"/>
            <a:ext cx="2114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f(x) = ln x — the reverse of eˣ. Appears in log-loss and likelihoods.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Shapes of Common Functions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 flipV="1">
            <a:off x="2377440" y="2057400"/>
            <a:ext cx="360" cy="153612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777240" y="3209400"/>
            <a:ext cx="32004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6"/>
          <p:cNvSpPr/>
          <p:nvPr/>
        </p:nvSpPr>
        <p:spPr>
          <a:xfrm flipV="1">
            <a:off x="1929240" y="357048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7"/>
          <p:cNvSpPr/>
          <p:nvPr/>
        </p:nvSpPr>
        <p:spPr>
          <a:xfrm flipV="1">
            <a:off x="1947600" y="35550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8"/>
          <p:cNvSpPr/>
          <p:nvPr/>
        </p:nvSpPr>
        <p:spPr>
          <a:xfrm flipV="1">
            <a:off x="1965960" y="353952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 flipV="1">
            <a:off x="1983960" y="352440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0"/>
          <p:cNvSpPr/>
          <p:nvPr/>
        </p:nvSpPr>
        <p:spPr>
          <a:xfrm flipV="1">
            <a:off x="2002320" y="350892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 flipV="1">
            <a:off x="2020680" y="34934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2"/>
          <p:cNvSpPr/>
          <p:nvPr/>
        </p:nvSpPr>
        <p:spPr>
          <a:xfrm flipV="1">
            <a:off x="2039040" y="347832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3"/>
          <p:cNvSpPr/>
          <p:nvPr/>
        </p:nvSpPr>
        <p:spPr>
          <a:xfrm flipV="1">
            <a:off x="2057400" y="346284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4"/>
          <p:cNvSpPr/>
          <p:nvPr/>
        </p:nvSpPr>
        <p:spPr>
          <a:xfrm flipV="1">
            <a:off x="2075400" y="34473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5"/>
          <p:cNvSpPr/>
          <p:nvPr/>
        </p:nvSpPr>
        <p:spPr>
          <a:xfrm flipV="1">
            <a:off x="2093760" y="343224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6"/>
          <p:cNvSpPr/>
          <p:nvPr/>
        </p:nvSpPr>
        <p:spPr>
          <a:xfrm flipV="1">
            <a:off x="2112120" y="34167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7"/>
          <p:cNvSpPr/>
          <p:nvPr/>
        </p:nvSpPr>
        <p:spPr>
          <a:xfrm flipV="1">
            <a:off x="2130480" y="34012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8"/>
          <p:cNvSpPr/>
          <p:nvPr/>
        </p:nvSpPr>
        <p:spPr>
          <a:xfrm flipV="1">
            <a:off x="2148840" y="3386160"/>
            <a:ext cx="1800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9"/>
          <p:cNvSpPr/>
          <p:nvPr/>
        </p:nvSpPr>
        <p:spPr>
          <a:xfrm flipV="1">
            <a:off x="2166840" y="33706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0"/>
          <p:cNvSpPr/>
          <p:nvPr/>
        </p:nvSpPr>
        <p:spPr>
          <a:xfrm flipV="1">
            <a:off x="2185200" y="33552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1"/>
          <p:cNvSpPr/>
          <p:nvPr/>
        </p:nvSpPr>
        <p:spPr>
          <a:xfrm flipV="1">
            <a:off x="2203560" y="334008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2"/>
          <p:cNvSpPr/>
          <p:nvPr/>
        </p:nvSpPr>
        <p:spPr>
          <a:xfrm flipV="1">
            <a:off x="2221920" y="33246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3"/>
          <p:cNvSpPr/>
          <p:nvPr/>
        </p:nvSpPr>
        <p:spPr>
          <a:xfrm flipV="1">
            <a:off x="2240280" y="330912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4"/>
          <p:cNvSpPr/>
          <p:nvPr/>
        </p:nvSpPr>
        <p:spPr>
          <a:xfrm flipV="1">
            <a:off x="2258280" y="329400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5"/>
          <p:cNvSpPr/>
          <p:nvPr/>
        </p:nvSpPr>
        <p:spPr>
          <a:xfrm flipV="1">
            <a:off x="2276640" y="327852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6"/>
          <p:cNvSpPr/>
          <p:nvPr/>
        </p:nvSpPr>
        <p:spPr>
          <a:xfrm flipV="1">
            <a:off x="2295000" y="32630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7"/>
          <p:cNvSpPr/>
          <p:nvPr/>
        </p:nvSpPr>
        <p:spPr>
          <a:xfrm flipV="1">
            <a:off x="2313360" y="324792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8"/>
          <p:cNvSpPr/>
          <p:nvPr/>
        </p:nvSpPr>
        <p:spPr>
          <a:xfrm flipV="1">
            <a:off x="2331720" y="323244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9"/>
          <p:cNvSpPr/>
          <p:nvPr/>
        </p:nvSpPr>
        <p:spPr>
          <a:xfrm flipV="1">
            <a:off x="2349720" y="32169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0"/>
          <p:cNvSpPr/>
          <p:nvPr/>
        </p:nvSpPr>
        <p:spPr>
          <a:xfrm flipV="1">
            <a:off x="2368080" y="320184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1"/>
          <p:cNvSpPr/>
          <p:nvPr/>
        </p:nvSpPr>
        <p:spPr>
          <a:xfrm flipV="1">
            <a:off x="2386440" y="31863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2"/>
          <p:cNvSpPr/>
          <p:nvPr/>
        </p:nvSpPr>
        <p:spPr>
          <a:xfrm flipV="1">
            <a:off x="2404800" y="31708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3"/>
          <p:cNvSpPr/>
          <p:nvPr/>
        </p:nvSpPr>
        <p:spPr>
          <a:xfrm flipV="1">
            <a:off x="2423160" y="3155760"/>
            <a:ext cx="1800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4"/>
          <p:cNvSpPr/>
          <p:nvPr/>
        </p:nvSpPr>
        <p:spPr>
          <a:xfrm flipV="1">
            <a:off x="2441160" y="31402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5"/>
          <p:cNvSpPr/>
          <p:nvPr/>
        </p:nvSpPr>
        <p:spPr>
          <a:xfrm flipV="1">
            <a:off x="2459520" y="31248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6"/>
          <p:cNvSpPr/>
          <p:nvPr/>
        </p:nvSpPr>
        <p:spPr>
          <a:xfrm flipV="1">
            <a:off x="2477880" y="310968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7"/>
          <p:cNvSpPr/>
          <p:nvPr/>
        </p:nvSpPr>
        <p:spPr>
          <a:xfrm flipV="1">
            <a:off x="2496240" y="30942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38"/>
          <p:cNvSpPr/>
          <p:nvPr/>
        </p:nvSpPr>
        <p:spPr>
          <a:xfrm flipV="1">
            <a:off x="2514600" y="307872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9"/>
          <p:cNvSpPr/>
          <p:nvPr/>
        </p:nvSpPr>
        <p:spPr>
          <a:xfrm flipV="1">
            <a:off x="2532600" y="306360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40"/>
          <p:cNvSpPr/>
          <p:nvPr/>
        </p:nvSpPr>
        <p:spPr>
          <a:xfrm flipV="1">
            <a:off x="2550960" y="304812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1"/>
          <p:cNvSpPr/>
          <p:nvPr/>
        </p:nvSpPr>
        <p:spPr>
          <a:xfrm flipV="1">
            <a:off x="2569320" y="30326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2"/>
          <p:cNvSpPr/>
          <p:nvPr/>
        </p:nvSpPr>
        <p:spPr>
          <a:xfrm flipV="1">
            <a:off x="2587680" y="301752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3"/>
          <p:cNvSpPr/>
          <p:nvPr/>
        </p:nvSpPr>
        <p:spPr>
          <a:xfrm flipV="1">
            <a:off x="2606040" y="300204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4"/>
          <p:cNvSpPr/>
          <p:nvPr/>
        </p:nvSpPr>
        <p:spPr>
          <a:xfrm flipV="1">
            <a:off x="2624040" y="29865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45"/>
          <p:cNvSpPr/>
          <p:nvPr/>
        </p:nvSpPr>
        <p:spPr>
          <a:xfrm flipV="1">
            <a:off x="2642400" y="29710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6"/>
          <p:cNvSpPr/>
          <p:nvPr/>
        </p:nvSpPr>
        <p:spPr>
          <a:xfrm flipV="1">
            <a:off x="2660760" y="295596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7"/>
          <p:cNvSpPr/>
          <p:nvPr/>
        </p:nvSpPr>
        <p:spPr>
          <a:xfrm flipV="1">
            <a:off x="2679120" y="29404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48"/>
          <p:cNvSpPr/>
          <p:nvPr/>
        </p:nvSpPr>
        <p:spPr>
          <a:xfrm flipV="1">
            <a:off x="2697480" y="292500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9"/>
          <p:cNvSpPr/>
          <p:nvPr/>
        </p:nvSpPr>
        <p:spPr>
          <a:xfrm flipV="1">
            <a:off x="2715480" y="290988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50"/>
          <p:cNvSpPr/>
          <p:nvPr/>
        </p:nvSpPr>
        <p:spPr>
          <a:xfrm flipV="1">
            <a:off x="2733840" y="28944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51"/>
          <p:cNvSpPr/>
          <p:nvPr/>
        </p:nvSpPr>
        <p:spPr>
          <a:xfrm flipV="1">
            <a:off x="2752200" y="287892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52"/>
          <p:cNvSpPr/>
          <p:nvPr/>
        </p:nvSpPr>
        <p:spPr>
          <a:xfrm flipV="1">
            <a:off x="2770560" y="286380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53"/>
          <p:cNvSpPr/>
          <p:nvPr/>
        </p:nvSpPr>
        <p:spPr>
          <a:xfrm flipV="1">
            <a:off x="2788920" y="284832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54"/>
          <p:cNvSpPr/>
          <p:nvPr/>
        </p:nvSpPr>
        <p:spPr>
          <a:xfrm flipV="1">
            <a:off x="2806920" y="28328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55"/>
          <p:cNvSpPr/>
          <p:nvPr/>
        </p:nvSpPr>
        <p:spPr>
          <a:xfrm flipV="1">
            <a:off x="2825280" y="281772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56"/>
          <p:cNvSpPr/>
          <p:nvPr/>
        </p:nvSpPr>
        <p:spPr>
          <a:xfrm flipV="1">
            <a:off x="2843640" y="28022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7"/>
          <p:cNvSpPr/>
          <p:nvPr/>
        </p:nvSpPr>
        <p:spPr>
          <a:xfrm flipV="1">
            <a:off x="2862000" y="27867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58"/>
          <p:cNvSpPr/>
          <p:nvPr/>
        </p:nvSpPr>
        <p:spPr>
          <a:xfrm flipV="1">
            <a:off x="2880360" y="2771640"/>
            <a:ext cx="1800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59"/>
          <p:cNvSpPr/>
          <p:nvPr/>
        </p:nvSpPr>
        <p:spPr>
          <a:xfrm flipV="1">
            <a:off x="2898360" y="27561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0"/>
          <p:cNvSpPr/>
          <p:nvPr/>
        </p:nvSpPr>
        <p:spPr>
          <a:xfrm flipV="1">
            <a:off x="2916720" y="27406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61"/>
          <p:cNvSpPr/>
          <p:nvPr/>
        </p:nvSpPr>
        <p:spPr>
          <a:xfrm flipV="1">
            <a:off x="2935080" y="272556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62"/>
          <p:cNvSpPr/>
          <p:nvPr/>
        </p:nvSpPr>
        <p:spPr>
          <a:xfrm flipV="1">
            <a:off x="2953440" y="27100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63"/>
          <p:cNvSpPr/>
          <p:nvPr/>
        </p:nvSpPr>
        <p:spPr>
          <a:xfrm flipV="1">
            <a:off x="2971800" y="269460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64"/>
          <p:cNvSpPr/>
          <p:nvPr/>
        </p:nvSpPr>
        <p:spPr>
          <a:xfrm flipV="1">
            <a:off x="2989800" y="267948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65"/>
          <p:cNvSpPr/>
          <p:nvPr/>
        </p:nvSpPr>
        <p:spPr>
          <a:xfrm flipV="1">
            <a:off x="3008160" y="26640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66"/>
          <p:cNvSpPr/>
          <p:nvPr/>
        </p:nvSpPr>
        <p:spPr>
          <a:xfrm flipV="1">
            <a:off x="3026520" y="264852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67"/>
          <p:cNvSpPr/>
          <p:nvPr/>
        </p:nvSpPr>
        <p:spPr>
          <a:xfrm flipV="1">
            <a:off x="3044880" y="263340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68"/>
          <p:cNvSpPr/>
          <p:nvPr/>
        </p:nvSpPr>
        <p:spPr>
          <a:xfrm flipV="1">
            <a:off x="3063240" y="261792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69"/>
          <p:cNvSpPr/>
          <p:nvPr/>
        </p:nvSpPr>
        <p:spPr>
          <a:xfrm flipV="1">
            <a:off x="3081240" y="26024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70"/>
          <p:cNvSpPr/>
          <p:nvPr/>
        </p:nvSpPr>
        <p:spPr>
          <a:xfrm flipV="1">
            <a:off x="3099600" y="258732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71"/>
          <p:cNvSpPr/>
          <p:nvPr/>
        </p:nvSpPr>
        <p:spPr>
          <a:xfrm flipV="1">
            <a:off x="3117960" y="25718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2"/>
          <p:cNvSpPr/>
          <p:nvPr/>
        </p:nvSpPr>
        <p:spPr>
          <a:xfrm flipV="1">
            <a:off x="3136320" y="25563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73"/>
          <p:cNvSpPr/>
          <p:nvPr/>
        </p:nvSpPr>
        <p:spPr>
          <a:xfrm flipV="1">
            <a:off x="3154680" y="2541240"/>
            <a:ext cx="1800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74"/>
          <p:cNvSpPr/>
          <p:nvPr/>
        </p:nvSpPr>
        <p:spPr>
          <a:xfrm flipV="1">
            <a:off x="3172680" y="25257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75"/>
          <p:cNvSpPr/>
          <p:nvPr/>
        </p:nvSpPr>
        <p:spPr>
          <a:xfrm flipV="1">
            <a:off x="3191040" y="25102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76"/>
          <p:cNvSpPr/>
          <p:nvPr/>
        </p:nvSpPr>
        <p:spPr>
          <a:xfrm flipV="1">
            <a:off x="3209400" y="249516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77"/>
          <p:cNvSpPr/>
          <p:nvPr/>
        </p:nvSpPr>
        <p:spPr>
          <a:xfrm flipV="1">
            <a:off x="3227760" y="24796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78"/>
          <p:cNvSpPr/>
          <p:nvPr/>
        </p:nvSpPr>
        <p:spPr>
          <a:xfrm flipV="1">
            <a:off x="3246120" y="246420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79"/>
          <p:cNvSpPr/>
          <p:nvPr/>
        </p:nvSpPr>
        <p:spPr>
          <a:xfrm flipV="1">
            <a:off x="3264120" y="244908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80"/>
          <p:cNvSpPr/>
          <p:nvPr/>
        </p:nvSpPr>
        <p:spPr>
          <a:xfrm flipV="1">
            <a:off x="3282480" y="24336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81"/>
          <p:cNvSpPr/>
          <p:nvPr/>
        </p:nvSpPr>
        <p:spPr>
          <a:xfrm flipV="1">
            <a:off x="3300840" y="241812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82"/>
          <p:cNvSpPr/>
          <p:nvPr/>
        </p:nvSpPr>
        <p:spPr>
          <a:xfrm flipV="1">
            <a:off x="3319200" y="240300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83"/>
          <p:cNvSpPr/>
          <p:nvPr/>
        </p:nvSpPr>
        <p:spPr>
          <a:xfrm flipV="1">
            <a:off x="3337560" y="238752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84"/>
          <p:cNvSpPr/>
          <p:nvPr/>
        </p:nvSpPr>
        <p:spPr>
          <a:xfrm flipV="1">
            <a:off x="3355560" y="23720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85"/>
          <p:cNvSpPr/>
          <p:nvPr/>
        </p:nvSpPr>
        <p:spPr>
          <a:xfrm flipV="1">
            <a:off x="3373920" y="235692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86"/>
          <p:cNvSpPr/>
          <p:nvPr/>
        </p:nvSpPr>
        <p:spPr>
          <a:xfrm flipV="1">
            <a:off x="3392280" y="23414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7"/>
          <p:cNvSpPr/>
          <p:nvPr/>
        </p:nvSpPr>
        <p:spPr>
          <a:xfrm flipV="1">
            <a:off x="3410640" y="23259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88"/>
          <p:cNvSpPr/>
          <p:nvPr/>
        </p:nvSpPr>
        <p:spPr>
          <a:xfrm flipV="1">
            <a:off x="3429000" y="2310840"/>
            <a:ext cx="1800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89"/>
          <p:cNvSpPr/>
          <p:nvPr/>
        </p:nvSpPr>
        <p:spPr>
          <a:xfrm flipV="1">
            <a:off x="3447000" y="22953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90"/>
          <p:cNvSpPr/>
          <p:nvPr/>
        </p:nvSpPr>
        <p:spPr>
          <a:xfrm flipV="1">
            <a:off x="3465360" y="22798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91"/>
          <p:cNvSpPr/>
          <p:nvPr/>
        </p:nvSpPr>
        <p:spPr>
          <a:xfrm flipV="1">
            <a:off x="3483720" y="226476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92"/>
          <p:cNvSpPr/>
          <p:nvPr/>
        </p:nvSpPr>
        <p:spPr>
          <a:xfrm flipV="1">
            <a:off x="3502080" y="224928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93"/>
          <p:cNvSpPr/>
          <p:nvPr/>
        </p:nvSpPr>
        <p:spPr>
          <a:xfrm flipV="1">
            <a:off x="3520440" y="223380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94"/>
          <p:cNvSpPr/>
          <p:nvPr/>
        </p:nvSpPr>
        <p:spPr>
          <a:xfrm flipV="1">
            <a:off x="3538440" y="221868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95"/>
          <p:cNvSpPr/>
          <p:nvPr/>
        </p:nvSpPr>
        <p:spPr>
          <a:xfrm flipV="1">
            <a:off x="3556800" y="220320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96"/>
          <p:cNvSpPr/>
          <p:nvPr/>
        </p:nvSpPr>
        <p:spPr>
          <a:xfrm flipV="1">
            <a:off x="3575160" y="218772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97"/>
          <p:cNvSpPr/>
          <p:nvPr/>
        </p:nvSpPr>
        <p:spPr>
          <a:xfrm flipV="1">
            <a:off x="3593520" y="217260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98"/>
          <p:cNvSpPr/>
          <p:nvPr/>
        </p:nvSpPr>
        <p:spPr>
          <a:xfrm flipV="1">
            <a:off x="3611880" y="2157120"/>
            <a:ext cx="1800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99"/>
          <p:cNvSpPr/>
          <p:nvPr/>
        </p:nvSpPr>
        <p:spPr>
          <a:xfrm flipV="1">
            <a:off x="3629880" y="21416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00"/>
          <p:cNvSpPr/>
          <p:nvPr/>
        </p:nvSpPr>
        <p:spPr>
          <a:xfrm flipV="1">
            <a:off x="3648240" y="212652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01"/>
          <p:cNvSpPr/>
          <p:nvPr/>
        </p:nvSpPr>
        <p:spPr>
          <a:xfrm flipV="1">
            <a:off x="3666600" y="211104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02"/>
          <p:cNvSpPr/>
          <p:nvPr/>
        </p:nvSpPr>
        <p:spPr>
          <a:xfrm flipV="1">
            <a:off x="3684960" y="20955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03"/>
          <p:cNvSpPr/>
          <p:nvPr/>
        </p:nvSpPr>
        <p:spPr>
          <a:xfrm flipV="1">
            <a:off x="3703320" y="2080440"/>
            <a:ext cx="1800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04"/>
          <p:cNvSpPr/>
          <p:nvPr/>
        </p:nvSpPr>
        <p:spPr>
          <a:xfrm flipV="1">
            <a:off x="3721320" y="2064960"/>
            <a:ext cx="1836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05"/>
          <p:cNvSpPr/>
          <p:nvPr/>
        </p:nvSpPr>
        <p:spPr>
          <a:xfrm>
            <a:off x="777240" y="16916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Linear  y = 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06"/>
          <p:cNvSpPr/>
          <p:nvPr/>
        </p:nvSpPr>
        <p:spPr>
          <a:xfrm flipV="1">
            <a:off x="5715000" y="2057400"/>
            <a:ext cx="360" cy="153612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07"/>
          <p:cNvSpPr/>
          <p:nvPr/>
        </p:nvSpPr>
        <p:spPr>
          <a:xfrm>
            <a:off x="4114800" y="3209400"/>
            <a:ext cx="32004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08"/>
          <p:cNvSpPr/>
          <p:nvPr/>
        </p:nvSpPr>
        <p:spPr>
          <a:xfrm>
            <a:off x="4937760" y="2099520"/>
            <a:ext cx="18000" cy="51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480" rIns="90000" bIns="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09"/>
          <p:cNvSpPr/>
          <p:nvPr/>
        </p:nvSpPr>
        <p:spPr>
          <a:xfrm>
            <a:off x="4955760" y="2151000"/>
            <a:ext cx="18360" cy="50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10"/>
          <p:cNvSpPr/>
          <p:nvPr/>
        </p:nvSpPr>
        <p:spPr>
          <a:xfrm>
            <a:off x="4974120" y="2201400"/>
            <a:ext cx="18360" cy="49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11"/>
          <p:cNvSpPr/>
          <p:nvPr/>
        </p:nvSpPr>
        <p:spPr>
          <a:xfrm>
            <a:off x="4992480" y="2250720"/>
            <a:ext cx="18360" cy="47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12"/>
          <p:cNvSpPr/>
          <p:nvPr/>
        </p:nvSpPr>
        <p:spPr>
          <a:xfrm>
            <a:off x="5010840" y="2298600"/>
            <a:ext cx="18360" cy="46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13"/>
          <p:cNvSpPr/>
          <p:nvPr/>
        </p:nvSpPr>
        <p:spPr>
          <a:xfrm>
            <a:off x="5029200" y="2345400"/>
            <a:ext cx="18000" cy="45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14"/>
          <p:cNvSpPr/>
          <p:nvPr/>
        </p:nvSpPr>
        <p:spPr>
          <a:xfrm>
            <a:off x="5047200" y="2390760"/>
            <a:ext cx="18360" cy="44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15"/>
          <p:cNvSpPr/>
          <p:nvPr/>
        </p:nvSpPr>
        <p:spPr>
          <a:xfrm>
            <a:off x="5065560" y="2435040"/>
            <a:ext cx="18360" cy="42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16"/>
          <p:cNvSpPr/>
          <p:nvPr/>
        </p:nvSpPr>
        <p:spPr>
          <a:xfrm>
            <a:off x="5083920" y="2477880"/>
            <a:ext cx="18360" cy="41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17"/>
          <p:cNvSpPr/>
          <p:nvPr/>
        </p:nvSpPr>
        <p:spPr>
          <a:xfrm>
            <a:off x="5102280" y="2519640"/>
            <a:ext cx="18360" cy="40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" rIns="90000" bIns="-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18"/>
          <p:cNvSpPr/>
          <p:nvPr/>
        </p:nvSpPr>
        <p:spPr>
          <a:xfrm>
            <a:off x="5120640" y="2560320"/>
            <a:ext cx="18000" cy="39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760" rIns="90000" bIns="-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19"/>
          <p:cNvSpPr/>
          <p:nvPr/>
        </p:nvSpPr>
        <p:spPr>
          <a:xfrm>
            <a:off x="5138640" y="2599560"/>
            <a:ext cx="18360" cy="38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20"/>
          <p:cNvSpPr/>
          <p:nvPr/>
        </p:nvSpPr>
        <p:spPr>
          <a:xfrm>
            <a:off x="5157000" y="2637720"/>
            <a:ext cx="18360" cy="36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21"/>
          <p:cNvSpPr/>
          <p:nvPr/>
        </p:nvSpPr>
        <p:spPr>
          <a:xfrm>
            <a:off x="5175360" y="2674440"/>
            <a:ext cx="18360" cy="35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360" rIns="90000" bIns="-9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22"/>
          <p:cNvSpPr/>
          <p:nvPr/>
        </p:nvSpPr>
        <p:spPr>
          <a:xfrm>
            <a:off x="5193720" y="2710080"/>
            <a:ext cx="18360" cy="34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23"/>
          <p:cNvSpPr/>
          <p:nvPr/>
        </p:nvSpPr>
        <p:spPr>
          <a:xfrm>
            <a:off x="5212080" y="2744640"/>
            <a:ext cx="18000" cy="33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880" rIns="90000" bIns="-11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24"/>
          <p:cNvSpPr/>
          <p:nvPr/>
        </p:nvSpPr>
        <p:spPr>
          <a:xfrm>
            <a:off x="5230080" y="2777760"/>
            <a:ext cx="18360" cy="32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25"/>
          <p:cNvSpPr/>
          <p:nvPr/>
        </p:nvSpPr>
        <p:spPr>
          <a:xfrm>
            <a:off x="5248440" y="2809800"/>
            <a:ext cx="18360" cy="30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26"/>
          <p:cNvSpPr/>
          <p:nvPr/>
        </p:nvSpPr>
        <p:spPr>
          <a:xfrm>
            <a:off x="5266800" y="2840400"/>
            <a:ext cx="18360" cy="29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27"/>
          <p:cNvSpPr/>
          <p:nvPr/>
        </p:nvSpPr>
        <p:spPr>
          <a:xfrm>
            <a:off x="5285160" y="2869920"/>
            <a:ext cx="18360" cy="28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28"/>
          <p:cNvSpPr/>
          <p:nvPr/>
        </p:nvSpPr>
        <p:spPr>
          <a:xfrm>
            <a:off x="5303520" y="2898360"/>
            <a:ext cx="18000" cy="27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29"/>
          <p:cNvSpPr/>
          <p:nvPr/>
        </p:nvSpPr>
        <p:spPr>
          <a:xfrm>
            <a:off x="5321520" y="2925360"/>
            <a:ext cx="18360" cy="25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080" rIns="90000" bIns="-19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30"/>
          <p:cNvSpPr/>
          <p:nvPr/>
        </p:nvSpPr>
        <p:spPr>
          <a:xfrm>
            <a:off x="5339880" y="2951280"/>
            <a:ext cx="18360" cy="24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31"/>
          <p:cNvSpPr/>
          <p:nvPr/>
        </p:nvSpPr>
        <p:spPr>
          <a:xfrm>
            <a:off x="5358240" y="2975760"/>
            <a:ext cx="18360" cy="23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0" rIns="90000" bIns="-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32"/>
          <p:cNvSpPr/>
          <p:nvPr/>
        </p:nvSpPr>
        <p:spPr>
          <a:xfrm>
            <a:off x="5376600" y="2999160"/>
            <a:ext cx="18360" cy="21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33"/>
          <p:cNvSpPr/>
          <p:nvPr/>
        </p:nvSpPr>
        <p:spPr>
          <a:xfrm>
            <a:off x="5394960" y="3021120"/>
            <a:ext cx="1800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34"/>
          <p:cNvSpPr/>
          <p:nvPr/>
        </p:nvSpPr>
        <p:spPr>
          <a:xfrm>
            <a:off x="5412960" y="3042000"/>
            <a:ext cx="18360" cy="19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35"/>
          <p:cNvSpPr/>
          <p:nvPr/>
        </p:nvSpPr>
        <p:spPr>
          <a:xfrm>
            <a:off x="5431320" y="3061800"/>
            <a:ext cx="18360" cy="18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36"/>
          <p:cNvSpPr/>
          <p:nvPr/>
        </p:nvSpPr>
        <p:spPr>
          <a:xfrm>
            <a:off x="5449680" y="3080160"/>
            <a:ext cx="18360" cy="17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720" rIns="90000" bIns="-27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37"/>
          <p:cNvSpPr/>
          <p:nvPr/>
        </p:nvSpPr>
        <p:spPr>
          <a:xfrm>
            <a:off x="5468040" y="3097440"/>
            <a:ext cx="18360" cy="15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38"/>
          <p:cNvSpPr/>
          <p:nvPr/>
        </p:nvSpPr>
        <p:spPr>
          <a:xfrm>
            <a:off x="5486400" y="3113280"/>
            <a:ext cx="18000" cy="14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39"/>
          <p:cNvSpPr/>
          <p:nvPr/>
        </p:nvSpPr>
        <p:spPr>
          <a:xfrm>
            <a:off x="5504400" y="3128040"/>
            <a:ext cx="18360" cy="13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40"/>
          <p:cNvSpPr/>
          <p:nvPr/>
        </p:nvSpPr>
        <p:spPr>
          <a:xfrm>
            <a:off x="5522760" y="3141720"/>
            <a:ext cx="1836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41"/>
          <p:cNvSpPr/>
          <p:nvPr/>
        </p:nvSpPr>
        <p:spPr>
          <a:xfrm>
            <a:off x="5541120" y="3153960"/>
            <a:ext cx="18360" cy="11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42"/>
          <p:cNvSpPr/>
          <p:nvPr/>
        </p:nvSpPr>
        <p:spPr>
          <a:xfrm>
            <a:off x="5559480" y="3165120"/>
            <a:ext cx="1836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43"/>
          <p:cNvSpPr/>
          <p:nvPr/>
        </p:nvSpPr>
        <p:spPr>
          <a:xfrm>
            <a:off x="5577840" y="3174840"/>
            <a:ext cx="1800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44"/>
          <p:cNvSpPr/>
          <p:nvPr/>
        </p:nvSpPr>
        <p:spPr>
          <a:xfrm>
            <a:off x="5595840" y="3183480"/>
            <a:ext cx="1836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45"/>
          <p:cNvSpPr/>
          <p:nvPr/>
        </p:nvSpPr>
        <p:spPr>
          <a:xfrm>
            <a:off x="5614200" y="3190680"/>
            <a:ext cx="1836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46"/>
          <p:cNvSpPr/>
          <p:nvPr/>
        </p:nvSpPr>
        <p:spPr>
          <a:xfrm>
            <a:off x="5632560" y="3196800"/>
            <a:ext cx="1836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47"/>
          <p:cNvSpPr/>
          <p:nvPr/>
        </p:nvSpPr>
        <p:spPr>
          <a:xfrm>
            <a:off x="5650920" y="3201840"/>
            <a:ext cx="1836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48"/>
          <p:cNvSpPr/>
          <p:nvPr/>
        </p:nvSpPr>
        <p:spPr>
          <a:xfrm>
            <a:off x="5669280" y="3205440"/>
            <a:ext cx="1800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49"/>
          <p:cNvSpPr/>
          <p:nvPr/>
        </p:nvSpPr>
        <p:spPr>
          <a:xfrm>
            <a:off x="5687280" y="320796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50"/>
          <p:cNvSpPr/>
          <p:nvPr/>
        </p:nvSpPr>
        <p:spPr>
          <a:xfrm>
            <a:off x="5705640" y="3209040"/>
            <a:ext cx="1836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51"/>
          <p:cNvSpPr/>
          <p:nvPr/>
        </p:nvSpPr>
        <p:spPr>
          <a:xfrm flipV="1">
            <a:off x="5724000" y="320796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52"/>
          <p:cNvSpPr/>
          <p:nvPr/>
        </p:nvSpPr>
        <p:spPr>
          <a:xfrm flipV="1">
            <a:off x="5742360" y="3205440"/>
            <a:ext cx="1836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53"/>
          <p:cNvSpPr/>
          <p:nvPr/>
        </p:nvSpPr>
        <p:spPr>
          <a:xfrm flipV="1">
            <a:off x="5760720" y="3201840"/>
            <a:ext cx="1800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54"/>
          <p:cNvSpPr/>
          <p:nvPr/>
        </p:nvSpPr>
        <p:spPr>
          <a:xfrm flipV="1">
            <a:off x="5778720" y="3196800"/>
            <a:ext cx="1836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55"/>
          <p:cNvSpPr/>
          <p:nvPr/>
        </p:nvSpPr>
        <p:spPr>
          <a:xfrm flipV="1">
            <a:off x="5797080" y="3190680"/>
            <a:ext cx="1836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56"/>
          <p:cNvSpPr/>
          <p:nvPr/>
        </p:nvSpPr>
        <p:spPr>
          <a:xfrm flipV="1">
            <a:off x="5815440" y="3183480"/>
            <a:ext cx="1836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57"/>
          <p:cNvSpPr/>
          <p:nvPr/>
        </p:nvSpPr>
        <p:spPr>
          <a:xfrm flipV="1">
            <a:off x="5833800" y="3174840"/>
            <a:ext cx="1836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58"/>
          <p:cNvSpPr/>
          <p:nvPr/>
        </p:nvSpPr>
        <p:spPr>
          <a:xfrm flipV="1">
            <a:off x="5852160" y="3165120"/>
            <a:ext cx="1800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59"/>
          <p:cNvSpPr/>
          <p:nvPr/>
        </p:nvSpPr>
        <p:spPr>
          <a:xfrm flipV="1">
            <a:off x="5870160" y="3153960"/>
            <a:ext cx="18360" cy="11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60"/>
          <p:cNvSpPr/>
          <p:nvPr/>
        </p:nvSpPr>
        <p:spPr>
          <a:xfrm flipV="1">
            <a:off x="5888520" y="3141720"/>
            <a:ext cx="1836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61"/>
          <p:cNvSpPr/>
          <p:nvPr/>
        </p:nvSpPr>
        <p:spPr>
          <a:xfrm flipV="1">
            <a:off x="5906880" y="3128040"/>
            <a:ext cx="18360" cy="13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62"/>
          <p:cNvSpPr/>
          <p:nvPr/>
        </p:nvSpPr>
        <p:spPr>
          <a:xfrm flipV="1">
            <a:off x="5925240" y="3113280"/>
            <a:ext cx="18360" cy="14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63"/>
          <p:cNvSpPr/>
          <p:nvPr/>
        </p:nvSpPr>
        <p:spPr>
          <a:xfrm flipV="1">
            <a:off x="5943600" y="3097440"/>
            <a:ext cx="18000" cy="15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64"/>
          <p:cNvSpPr/>
          <p:nvPr/>
        </p:nvSpPr>
        <p:spPr>
          <a:xfrm flipV="1">
            <a:off x="5961600" y="3080160"/>
            <a:ext cx="18360" cy="17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720" rIns="90000" bIns="-27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65"/>
          <p:cNvSpPr/>
          <p:nvPr/>
        </p:nvSpPr>
        <p:spPr>
          <a:xfrm flipV="1">
            <a:off x="5979960" y="3061800"/>
            <a:ext cx="18360" cy="18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66"/>
          <p:cNvSpPr/>
          <p:nvPr/>
        </p:nvSpPr>
        <p:spPr>
          <a:xfrm flipV="1">
            <a:off x="5998320" y="3042000"/>
            <a:ext cx="18360" cy="19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67"/>
          <p:cNvSpPr/>
          <p:nvPr/>
        </p:nvSpPr>
        <p:spPr>
          <a:xfrm flipV="1">
            <a:off x="6016680" y="3021120"/>
            <a:ext cx="1836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68"/>
          <p:cNvSpPr/>
          <p:nvPr/>
        </p:nvSpPr>
        <p:spPr>
          <a:xfrm flipV="1">
            <a:off x="6035040" y="2999160"/>
            <a:ext cx="18000" cy="21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69"/>
          <p:cNvSpPr/>
          <p:nvPr/>
        </p:nvSpPr>
        <p:spPr>
          <a:xfrm flipV="1">
            <a:off x="6053040" y="2975760"/>
            <a:ext cx="18360" cy="23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0" rIns="90000" bIns="-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70"/>
          <p:cNvSpPr/>
          <p:nvPr/>
        </p:nvSpPr>
        <p:spPr>
          <a:xfrm flipV="1">
            <a:off x="6071400" y="2951280"/>
            <a:ext cx="18360" cy="24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71"/>
          <p:cNvSpPr/>
          <p:nvPr/>
        </p:nvSpPr>
        <p:spPr>
          <a:xfrm flipV="1">
            <a:off x="6089760" y="2925360"/>
            <a:ext cx="18360" cy="25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080" rIns="90000" bIns="-19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72"/>
          <p:cNvSpPr/>
          <p:nvPr/>
        </p:nvSpPr>
        <p:spPr>
          <a:xfrm flipV="1">
            <a:off x="6108120" y="2898360"/>
            <a:ext cx="18360" cy="27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73"/>
          <p:cNvSpPr/>
          <p:nvPr/>
        </p:nvSpPr>
        <p:spPr>
          <a:xfrm flipV="1">
            <a:off x="6126480" y="2869920"/>
            <a:ext cx="18000" cy="28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74"/>
          <p:cNvSpPr/>
          <p:nvPr/>
        </p:nvSpPr>
        <p:spPr>
          <a:xfrm flipV="1">
            <a:off x="6144480" y="2840400"/>
            <a:ext cx="18360" cy="29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75"/>
          <p:cNvSpPr/>
          <p:nvPr/>
        </p:nvSpPr>
        <p:spPr>
          <a:xfrm flipV="1">
            <a:off x="6162840" y="2809800"/>
            <a:ext cx="18360" cy="30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76"/>
          <p:cNvSpPr/>
          <p:nvPr/>
        </p:nvSpPr>
        <p:spPr>
          <a:xfrm flipV="1">
            <a:off x="6181200" y="2777760"/>
            <a:ext cx="18360" cy="32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77"/>
          <p:cNvSpPr/>
          <p:nvPr/>
        </p:nvSpPr>
        <p:spPr>
          <a:xfrm flipV="1">
            <a:off x="6199560" y="2744640"/>
            <a:ext cx="18360" cy="33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880" rIns="90000" bIns="-11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78"/>
          <p:cNvSpPr/>
          <p:nvPr/>
        </p:nvSpPr>
        <p:spPr>
          <a:xfrm flipV="1">
            <a:off x="6217920" y="2710080"/>
            <a:ext cx="18000" cy="34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79"/>
          <p:cNvSpPr/>
          <p:nvPr/>
        </p:nvSpPr>
        <p:spPr>
          <a:xfrm flipV="1">
            <a:off x="6235920" y="2674440"/>
            <a:ext cx="18360" cy="35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360" rIns="90000" bIns="-9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80"/>
          <p:cNvSpPr/>
          <p:nvPr/>
        </p:nvSpPr>
        <p:spPr>
          <a:xfrm flipV="1">
            <a:off x="6254280" y="2637720"/>
            <a:ext cx="18360" cy="36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81"/>
          <p:cNvSpPr/>
          <p:nvPr/>
        </p:nvSpPr>
        <p:spPr>
          <a:xfrm flipV="1">
            <a:off x="6272640" y="2599560"/>
            <a:ext cx="18360" cy="38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82"/>
          <p:cNvSpPr/>
          <p:nvPr/>
        </p:nvSpPr>
        <p:spPr>
          <a:xfrm flipV="1">
            <a:off x="6291000" y="2560320"/>
            <a:ext cx="18360" cy="39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760" rIns="90000" bIns="-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83"/>
          <p:cNvSpPr/>
          <p:nvPr/>
        </p:nvSpPr>
        <p:spPr>
          <a:xfrm flipV="1">
            <a:off x="6309360" y="2519640"/>
            <a:ext cx="18000" cy="40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" rIns="90000" bIns="-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84"/>
          <p:cNvSpPr/>
          <p:nvPr/>
        </p:nvSpPr>
        <p:spPr>
          <a:xfrm flipV="1">
            <a:off x="6327360" y="2477880"/>
            <a:ext cx="18360" cy="41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85"/>
          <p:cNvSpPr/>
          <p:nvPr/>
        </p:nvSpPr>
        <p:spPr>
          <a:xfrm flipV="1">
            <a:off x="6345720" y="2435040"/>
            <a:ext cx="18360" cy="42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86"/>
          <p:cNvSpPr/>
          <p:nvPr/>
        </p:nvSpPr>
        <p:spPr>
          <a:xfrm flipV="1">
            <a:off x="6364080" y="2390760"/>
            <a:ext cx="18360" cy="44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87"/>
          <p:cNvSpPr/>
          <p:nvPr/>
        </p:nvSpPr>
        <p:spPr>
          <a:xfrm flipV="1">
            <a:off x="6382440" y="2345400"/>
            <a:ext cx="18360" cy="45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88"/>
          <p:cNvSpPr/>
          <p:nvPr/>
        </p:nvSpPr>
        <p:spPr>
          <a:xfrm flipV="1">
            <a:off x="6400800" y="2298600"/>
            <a:ext cx="18000" cy="46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89"/>
          <p:cNvSpPr/>
          <p:nvPr/>
        </p:nvSpPr>
        <p:spPr>
          <a:xfrm flipV="1">
            <a:off x="6418800" y="2250720"/>
            <a:ext cx="18360" cy="47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90"/>
          <p:cNvSpPr/>
          <p:nvPr/>
        </p:nvSpPr>
        <p:spPr>
          <a:xfrm flipV="1">
            <a:off x="6437160" y="2201400"/>
            <a:ext cx="18360" cy="49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91"/>
          <p:cNvSpPr/>
          <p:nvPr/>
        </p:nvSpPr>
        <p:spPr>
          <a:xfrm flipV="1">
            <a:off x="6455520" y="2151000"/>
            <a:ext cx="18360" cy="50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92"/>
          <p:cNvSpPr/>
          <p:nvPr/>
        </p:nvSpPr>
        <p:spPr>
          <a:xfrm flipV="1">
            <a:off x="6473880" y="2099520"/>
            <a:ext cx="18360" cy="51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480" rIns="90000" bIns="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93"/>
          <p:cNvSpPr/>
          <p:nvPr/>
        </p:nvSpPr>
        <p:spPr>
          <a:xfrm>
            <a:off x="4114800" y="16916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Quadratic  y = x²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94"/>
          <p:cNvSpPr/>
          <p:nvPr/>
        </p:nvSpPr>
        <p:spPr>
          <a:xfrm flipV="1">
            <a:off x="2377440" y="4114800"/>
            <a:ext cx="360" cy="153612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95"/>
          <p:cNvSpPr/>
          <p:nvPr/>
        </p:nvSpPr>
        <p:spPr>
          <a:xfrm>
            <a:off x="777240" y="5266800"/>
            <a:ext cx="32004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96"/>
          <p:cNvSpPr/>
          <p:nvPr/>
        </p:nvSpPr>
        <p:spPr>
          <a:xfrm flipV="1">
            <a:off x="777240" y="5254560"/>
            <a:ext cx="1800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97"/>
          <p:cNvSpPr/>
          <p:nvPr/>
        </p:nvSpPr>
        <p:spPr>
          <a:xfrm flipV="1">
            <a:off x="795240" y="5254200"/>
            <a:ext cx="1836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98"/>
          <p:cNvSpPr/>
          <p:nvPr/>
        </p:nvSpPr>
        <p:spPr>
          <a:xfrm flipV="1">
            <a:off x="813600" y="5253840"/>
            <a:ext cx="1836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99"/>
          <p:cNvSpPr/>
          <p:nvPr/>
        </p:nvSpPr>
        <p:spPr>
          <a:xfrm flipV="1">
            <a:off x="831960" y="5253120"/>
            <a:ext cx="1836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00"/>
          <p:cNvSpPr/>
          <p:nvPr/>
        </p:nvSpPr>
        <p:spPr>
          <a:xfrm flipV="1">
            <a:off x="850320" y="5252760"/>
            <a:ext cx="1836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01"/>
          <p:cNvSpPr/>
          <p:nvPr/>
        </p:nvSpPr>
        <p:spPr>
          <a:xfrm flipV="1">
            <a:off x="868680" y="5252040"/>
            <a:ext cx="1800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02"/>
          <p:cNvSpPr/>
          <p:nvPr/>
        </p:nvSpPr>
        <p:spPr>
          <a:xfrm flipV="1">
            <a:off x="886680" y="5251320"/>
            <a:ext cx="1836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03"/>
          <p:cNvSpPr/>
          <p:nvPr/>
        </p:nvSpPr>
        <p:spPr>
          <a:xfrm flipV="1">
            <a:off x="905040" y="5250960"/>
            <a:ext cx="1836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204"/>
          <p:cNvSpPr/>
          <p:nvPr/>
        </p:nvSpPr>
        <p:spPr>
          <a:xfrm flipV="1">
            <a:off x="923400" y="5250240"/>
            <a:ext cx="1836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205"/>
          <p:cNvSpPr/>
          <p:nvPr/>
        </p:nvSpPr>
        <p:spPr>
          <a:xfrm flipV="1">
            <a:off x="941760" y="5249520"/>
            <a:ext cx="1836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206"/>
          <p:cNvSpPr/>
          <p:nvPr/>
        </p:nvSpPr>
        <p:spPr>
          <a:xfrm flipV="1">
            <a:off x="960120" y="5248800"/>
            <a:ext cx="1800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207"/>
          <p:cNvSpPr/>
          <p:nvPr/>
        </p:nvSpPr>
        <p:spPr>
          <a:xfrm flipV="1">
            <a:off x="978120" y="5248080"/>
            <a:ext cx="1836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08"/>
          <p:cNvSpPr/>
          <p:nvPr/>
        </p:nvSpPr>
        <p:spPr>
          <a:xfrm flipV="1">
            <a:off x="996480" y="5247360"/>
            <a:ext cx="1836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09"/>
          <p:cNvSpPr/>
          <p:nvPr/>
        </p:nvSpPr>
        <p:spPr>
          <a:xfrm flipV="1">
            <a:off x="1014840" y="5246640"/>
            <a:ext cx="1836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10"/>
          <p:cNvSpPr/>
          <p:nvPr/>
        </p:nvSpPr>
        <p:spPr>
          <a:xfrm flipV="1">
            <a:off x="1033200" y="524556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211"/>
          <p:cNvSpPr/>
          <p:nvPr/>
        </p:nvSpPr>
        <p:spPr>
          <a:xfrm flipV="1">
            <a:off x="1051560" y="5244840"/>
            <a:ext cx="1800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12"/>
          <p:cNvSpPr/>
          <p:nvPr/>
        </p:nvSpPr>
        <p:spPr>
          <a:xfrm flipV="1">
            <a:off x="1069560" y="524376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213"/>
          <p:cNvSpPr/>
          <p:nvPr/>
        </p:nvSpPr>
        <p:spPr>
          <a:xfrm flipV="1">
            <a:off x="1087920" y="5243040"/>
            <a:ext cx="1836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214"/>
          <p:cNvSpPr/>
          <p:nvPr/>
        </p:nvSpPr>
        <p:spPr>
          <a:xfrm flipV="1">
            <a:off x="1106280" y="524196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15"/>
          <p:cNvSpPr/>
          <p:nvPr/>
        </p:nvSpPr>
        <p:spPr>
          <a:xfrm flipV="1">
            <a:off x="1124640" y="524088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16"/>
          <p:cNvSpPr/>
          <p:nvPr/>
        </p:nvSpPr>
        <p:spPr>
          <a:xfrm flipV="1">
            <a:off x="1143000" y="5239800"/>
            <a:ext cx="1800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17"/>
          <p:cNvSpPr/>
          <p:nvPr/>
        </p:nvSpPr>
        <p:spPr>
          <a:xfrm flipV="1">
            <a:off x="1161000" y="523872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18"/>
          <p:cNvSpPr/>
          <p:nvPr/>
        </p:nvSpPr>
        <p:spPr>
          <a:xfrm flipV="1">
            <a:off x="1179360" y="523764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219"/>
          <p:cNvSpPr/>
          <p:nvPr/>
        </p:nvSpPr>
        <p:spPr>
          <a:xfrm flipV="1">
            <a:off x="1197720" y="5236560"/>
            <a:ext cx="1836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20"/>
          <p:cNvSpPr/>
          <p:nvPr/>
        </p:nvSpPr>
        <p:spPr>
          <a:xfrm flipV="1">
            <a:off x="1216080" y="5235120"/>
            <a:ext cx="1836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21"/>
          <p:cNvSpPr/>
          <p:nvPr/>
        </p:nvSpPr>
        <p:spPr>
          <a:xfrm flipV="1">
            <a:off x="1234440" y="5234040"/>
            <a:ext cx="1800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22"/>
          <p:cNvSpPr/>
          <p:nvPr/>
        </p:nvSpPr>
        <p:spPr>
          <a:xfrm flipV="1">
            <a:off x="1252440" y="5232600"/>
            <a:ext cx="1836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23"/>
          <p:cNvSpPr/>
          <p:nvPr/>
        </p:nvSpPr>
        <p:spPr>
          <a:xfrm flipV="1">
            <a:off x="1270800" y="5231160"/>
            <a:ext cx="1836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24"/>
          <p:cNvSpPr/>
          <p:nvPr/>
        </p:nvSpPr>
        <p:spPr>
          <a:xfrm flipV="1">
            <a:off x="1289160" y="5229720"/>
            <a:ext cx="1836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25"/>
          <p:cNvSpPr/>
          <p:nvPr/>
        </p:nvSpPr>
        <p:spPr>
          <a:xfrm flipV="1">
            <a:off x="1307520" y="5228280"/>
            <a:ext cx="1836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226"/>
          <p:cNvSpPr/>
          <p:nvPr/>
        </p:nvSpPr>
        <p:spPr>
          <a:xfrm flipV="1">
            <a:off x="1325880" y="5226840"/>
            <a:ext cx="1800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27"/>
          <p:cNvSpPr/>
          <p:nvPr/>
        </p:nvSpPr>
        <p:spPr>
          <a:xfrm flipV="1">
            <a:off x="1343880" y="5225040"/>
            <a:ext cx="18360" cy="1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28"/>
          <p:cNvSpPr/>
          <p:nvPr/>
        </p:nvSpPr>
        <p:spPr>
          <a:xfrm flipV="1">
            <a:off x="1362240" y="5223240"/>
            <a:ext cx="18360" cy="1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29"/>
          <p:cNvSpPr/>
          <p:nvPr/>
        </p:nvSpPr>
        <p:spPr>
          <a:xfrm flipV="1">
            <a:off x="1380600" y="5221440"/>
            <a:ext cx="18360" cy="1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30"/>
          <p:cNvSpPr/>
          <p:nvPr/>
        </p:nvSpPr>
        <p:spPr>
          <a:xfrm flipV="1">
            <a:off x="1398960" y="5219640"/>
            <a:ext cx="18360" cy="1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231"/>
          <p:cNvSpPr/>
          <p:nvPr/>
        </p:nvSpPr>
        <p:spPr>
          <a:xfrm flipV="1">
            <a:off x="1417320" y="5217840"/>
            <a:ext cx="18000" cy="1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232"/>
          <p:cNvSpPr/>
          <p:nvPr/>
        </p:nvSpPr>
        <p:spPr>
          <a:xfrm flipV="1">
            <a:off x="1435320" y="5215680"/>
            <a:ext cx="1836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33"/>
          <p:cNvSpPr/>
          <p:nvPr/>
        </p:nvSpPr>
        <p:spPr>
          <a:xfrm flipV="1">
            <a:off x="1453680" y="5213880"/>
            <a:ext cx="18360" cy="1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234"/>
          <p:cNvSpPr/>
          <p:nvPr/>
        </p:nvSpPr>
        <p:spPr>
          <a:xfrm flipV="1">
            <a:off x="1472040" y="5211720"/>
            <a:ext cx="1836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235"/>
          <p:cNvSpPr/>
          <p:nvPr/>
        </p:nvSpPr>
        <p:spPr>
          <a:xfrm flipV="1">
            <a:off x="1490400" y="5209200"/>
            <a:ext cx="1836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236"/>
          <p:cNvSpPr/>
          <p:nvPr/>
        </p:nvSpPr>
        <p:spPr>
          <a:xfrm flipV="1">
            <a:off x="1508760" y="5207040"/>
            <a:ext cx="1800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37"/>
          <p:cNvSpPr/>
          <p:nvPr/>
        </p:nvSpPr>
        <p:spPr>
          <a:xfrm flipV="1">
            <a:off x="1526760" y="5204520"/>
            <a:ext cx="1836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238"/>
          <p:cNvSpPr/>
          <p:nvPr/>
        </p:nvSpPr>
        <p:spPr>
          <a:xfrm flipV="1">
            <a:off x="1545120" y="5202000"/>
            <a:ext cx="1836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239"/>
          <p:cNvSpPr/>
          <p:nvPr/>
        </p:nvSpPr>
        <p:spPr>
          <a:xfrm flipV="1">
            <a:off x="1563480" y="5199480"/>
            <a:ext cx="1836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240"/>
          <p:cNvSpPr/>
          <p:nvPr/>
        </p:nvSpPr>
        <p:spPr>
          <a:xfrm flipV="1">
            <a:off x="1581840" y="5196600"/>
            <a:ext cx="1836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241"/>
          <p:cNvSpPr/>
          <p:nvPr/>
        </p:nvSpPr>
        <p:spPr>
          <a:xfrm flipV="1">
            <a:off x="1600200" y="5193720"/>
            <a:ext cx="1800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242"/>
          <p:cNvSpPr/>
          <p:nvPr/>
        </p:nvSpPr>
        <p:spPr>
          <a:xfrm flipV="1">
            <a:off x="1618200" y="5190840"/>
            <a:ext cx="1836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43"/>
          <p:cNvSpPr/>
          <p:nvPr/>
        </p:nvSpPr>
        <p:spPr>
          <a:xfrm flipV="1">
            <a:off x="1636560" y="5187600"/>
            <a:ext cx="1836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244"/>
          <p:cNvSpPr/>
          <p:nvPr/>
        </p:nvSpPr>
        <p:spPr>
          <a:xfrm flipV="1">
            <a:off x="1654920" y="5184360"/>
            <a:ext cx="1836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45"/>
          <p:cNvSpPr/>
          <p:nvPr/>
        </p:nvSpPr>
        <p:spPr>
          <a:xfrm flipV="1">
            <a:off x="1673280" y="5181120"/>
            <a:ext cx="1836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46"/>
          <p:cNvSpPr/>
          <p:nvPr/>
        </p:nvSpPr>
        <p:spPr>
          <a:xfrm flipV="1">
            <a:off x="1691640" y="5177520"/>
            <a:ext cx="1800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47"/>
          <p:cNvSpPr/>
          <p:nvPr/>
        </p:nvSpPr>
        <p:spPr>
          <a:xfrm flipV="1">
            <a:off x="1709640" y="5173920"/>
            <a:ext cx="1836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248"/>
          <p:cNvSpPr/>
          <p:nvPr/>
        </p:nvSpPr>
        <p:spPr>
          <a:xfrm flipV="1">
            <a:off x="1728000" y="5170320"/>
            <a:ext cx="1836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49"/>
          <p:cNvSpPr/>
          <p:nvPr/>
        </p:nvSpPr>
        <p:spPr>
          <a:xfrm flipV="1">
            <a:off x="1746360" y="5166360"/>
            <a:ext cx="1836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50"/>
          <p:cNvSpPr/>
          <p:nvPr/>
        </p:nvSpPr>
        <p:spPr>
          <a:xfrm flipV="1">
            <a:off x="1764720" y="5162040"/>
            <a:ext cx="1836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51"/>
          <p:cNvSpPr/>
          <p:nvPr/>
        </p:nvSpPr>
        <p:spPr>
          <a:xfrm flipV="1">
            <a:off x="1783080" y="5157720"/>
            <a:ext cx="1800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52"/>
          <p:cNvSpPr/>
          <p:nvPr/>
        </p:nvSpPr>
        <p:spPr>
          <a:xfrm flipV="1">
            <a:off x="1801080" y="5153400"/>
            <a:ext cx="1836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53"/>
          <p:cNvSpPr/>
          <p:nvPr/>
        </p:nvSpPr>
        <p:spPr>
          <a:xfrm flipV="1">
            <a:off x="1819440" y="5148720"/>
            <a:ext cx="1836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54"/>
          <p:cNvSpPr/>
          <p:nvPr/>
        </p:nvSpPr>
        <p:spPr>
          <a:xfrm flipV="1">
            <a:off x="1837800" y="5144040"/>
            <a:ext cx="1836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255"/>
          <p:cNvSpPr/>
          <p:nvPr/>
        </p:nvSpPr>
        <p:spPr>
          <a:xfrm flipV="1">
            <a:off x="1856160" y="5139000"/>
            <a:ext cx="1836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56"/>
          <p:cNvSpPr/>
          <p:nvPr/>
        </p:nvSpPr>
        <p:spPr>
          <a:xfrm flipV="1">
            <a:off x="1874520" y="5133600"/>
            <a:ext cx="18000" cy="5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257"/>
          <p:cNvSpPr/>
          <p:nvPr/>
        </p:nvSpPr>
        <p:spPr>
          <a:xfrm flipV="1">
            <a:off x="1892520" y="5128200"/>
            <a:ext cx="18360" cy="5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58"/>
          <p:cNvSpPr/>
          <p:nvPr/>
        </p:nvSpPr>
        <p:spPr>
          <a:xfrm flipV="1">
            <a:off x="1910880" y="5122800"/>
            <a:ext cx="18360" cy="5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259"/>
          <p:cNvSpPr/>
          <p:nvPr/>
        </p:nvSpPr>
        <p:spPr>
          <a:xfrm flipV="1">
            <a:off x="1929240" y="5116680"/>
            <a:ext cx="1836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60"/>
          <p:cNvSpPr/>
          <p:nvPr/>
        </p:nvSpPr>
        <p:spPr>
          <a:xfrm flipV="1">
            <a:off x="1947600" y="5110560"/>
            <a:ext cx="1836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61"/>
          <p:cNvSpPr/>
          <p:nvPr/>
        </p:nvSpPr>
        <p:spPr>
          <a:xfrm flipV="1">
            <a:off x="1965960" y="5104080"/>
            <a:ext cx="18000" cy="6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262"/>
          <p:cNvSpPr/>
          <p:nvPr/>
        </p:nvSpPr>
        <p:spPr>
          <a:xfrm flipV="1">
            <a:off x="1983960" y="5097600"/>
            <a:ext cx="18360" cy="6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63"/>
          <p:cNvSpPr/>
          <p:nvPr/>
        </p:nvSpPr>
        <p:spPr>
          <a:xfrm flipV="1">
            <a:off x="2002320" y="5090760"/>
            <a:ext cx="1836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64"/>
          <p:cNvSpPr/>
          <p:nvPr/>
        </p:nvSpPr>
        <p:spPr>
          <a:xfrm flipV="1">
            <a:off x="2020680" y="5083560"/>
            <a:ext cx="1836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65"/>
          <p:cNvSpPr/>
          <p:nvPr/>
        </p:nvSpPr>
        <p:spPr>
          <a:xfrm flipV="1">
            <a:off x="2039040" y="5076000"/>
            <a:ext cx="18360" cy="7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266"/>
          <p:cNvSpPr/>
          <p:nvPr/>
        </p:nvSpPr>
        <p:spPr>
          <a:xfrm flipV="1">
            <a:off x="2057400" y="5068440"/>
            <a:ext cx="18000" cy="7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67"/>
          <p:cNvSpPr/>
          <p:nvPr/>
        </p:nvSpPr>
        <p:spPr>
          <a:xfrm flipV="1">
            <a:off x="2075400" y="5060160"/>
            <a:ext cx="18360" cy="8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68"/>
          <p:cNvSpPr/>
          <p:nvPr/>
        </p:nvSpPr>
        <p:spPr>
          <a:xfrm flipV="1">
            <a:off x="2093760" y="5051880"/>
            <a:ext cx="18360" cy="8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69"/>
          <p:cNvSpPr/>
          <p:nvPr/>
        </p:nvSpPr>
        <p:spPr>
          <a:xfrm flipV="1">
            <a:off x="2112120" y="5042880"/>
            <a:ext cx="18360" cy="9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270"/>
          <p:cNvSpPr/>
          <p:nvPr/>
        </p:nvSpPr>
        <p:spPr>
          <a:xfrm flipV="1">
            <a:off x="2130480" y="5033880"/>
            <a:ext cx="18360" cy="9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71"/>
          <p:cNvSpPr/>
          <p:nvPr/>
        </p:nvSpPr>
        <p:spPr>
          <a:xfrm flipV="1">
            <a:off x="2148840" y="5024160"/>
            <a:ext cx="1800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272"/>
          <p:cNvSpPr/>
          <p:nvPr/>
        </p:nvSpPr>
        <p:spPr>
          <a:xfrm flipV="1">
            <a:off x="2166840" y="5014440"/>
            <a:ext cx="1836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273"/>
          <p:cNvSpPr/>
          <p:nvPr/>
        </p:nvSpPr>
        <p:spPr>
          <a:xfrm flipV="1">
            <a:off x="2185200" y="5004000"/>
            <a:ext cx="18360" cy="10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74"/>
          <p:cNvSpPr/>
          <p:nvPr/>
        </p:nvSpPr>
        <p:spPr>
          <a:xfrm flipV="1">
            <a:off x="2203560" y="4993560"/>
            <a:ext cx="18360" cy="10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75"/>
          <p:cNvSpPr/>
          <p:nvPr/>
        </p:nvSpPr>
        <p:spPr>
          <a:xfrm flipV="1">
            <a:off x="2221920" y="4982400"/>
            <a:ext cx="18360" cy="11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276"/>
          <p:cNvSpPr/>
          <p:nvPr/>
        </p:nvSpPr>
        <p:spPr>
          <a:xfrm flipV="1">
            <a:off x="2240280" y="4970520"/>
            <a:ext cx="18000" cy="11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277"/>
          <p:cNvSpPr/>
          <p:nvPr/>
        </p:nvSpPr>
        <p:spPr>
          <a:xfrm flipV="1">
            <a:off x="2258280" y="4958640"/>
            <a:ext cx="18360" cy="11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278"/>
          <p:cNvSpPr/>
          <p:nvPr/>
        </p:nvSpPr>
        <p:spPr>
          <a:xfrm flipV="1">
            <a:off x="2276640" y="4946040"/>
            <a:ext cx="18360" cy="12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279"/>
          <p:cNvSpPr/>
          <p:nvPr/>
        </p:nvSpPr>
        <p:spPr>
          <a:xfrm flipV="1">
            <a:off x="2295000" y="4932720"/>
            <a:ext cx="18360" cy="13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680" rIns="90000" bIns="-31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280"/>
          <p:cNvSpPr/>
          <p:nvPr/>
        </p:nvSpPr>
        <p:spPr>
          <a:xfrm flipV="1">
            <a:off x="2313360" y="4919400"/>
            <a:ext cx="18360" cy="13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680" rIns="90000" bIns="-31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281"/>
          <p:cNvSpPr/>
          <p:nvPr/>
        </p:nvSpPr>
        <p:spPr>
          <a:xfrm flipV="1">
            <a:off x="2331720" y="4905000"/>
            <a:ext cx="18000" cy="14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282"/>
          <p:cNvSpPr/>
          <p:nvPr/>
        </p:nvSpPr>
        <p:spPr>
          <a:xfrm flipV="1">
            <a:off x="2349720" y="4890240"/>
            <a:ext cx="18360" cy="14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283"/>
          <p:cNvSpPr/>
          <p:nvPr/>
        </p:nvSpPr>
        <p:spPr>
          <a:xfrm flipV="1">
            <a:off x="2368080" y="4875120"/>
            <a:ext cx="1836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284"/>
          <p:cNvSpPr/>
          <p:nvPr/>
        </p:nvSpPr>
        <p:spPr>
          <a:xfrm flipV="1">
            <a:off x="2386440" y="4858920"/>
            <a:ext cx="18360" cy="16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285"/>
          <p:cNvSpPr/>
          <p:nvPr/>
        </p:nvSpPr>
        <p:spPr>
          <a:xfrm flipV="1">
            <a:off x="2404800" y="4842360"/>
            <a:ext cx="18360" cy="16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286"/>
          <p:cNvSpPr/>
          <p:nvPr/>
        </p:nvSpPr>
        <p:spPr>
          <a:xfrm flipV="1">
            <a:off x="2423160" y="4825080"/>
            <a:ext cx="18000" cy="17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720" rIns="90000" bIns="-27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287"/>
          <p:cNvSpPr/>
          <p:nvPr/>
        </p:nvSpPr>
        <p:spPr>
          <a:xfrm flipV="1">
            <a:off x="2441160" y="4807080"/>
            <a:ext cx="18360" cy="18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288"/>
          <p:cNvSpPr/>
          <p:nvPr/>
        </p:nvSpPr>
        <p:spPr>
          <a:xfrm flipV="1">
            <a:off x="2459520" y="4788360"/>
            <a:ext cx="18360" cy="18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280" rIns="90000" bIns="-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289"/>
          <p:cNvSpPr/>
          <p:nvPr/>
        </p:nvSpPr>
        <p:spPr>
          <a:xfrm flipV="1">
            <a:off x="2477880" y="4768560"/>
            <a:ext cx="18360" cy="19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90"/>
          <p:cNvSpPr/>
          <p:nvPr/>
        </p:nvSpPr>
        <p:spPr>
          <a:xfrm flipV="1">
            <a:off x="2496240" y="4748400"/>
            <a:ext cx="18360" cy="20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91"/>
          <p:cNvSpPr/>
          <p:nvPr/>
        </p:nvSpPr>
        <p:spPr>
          <a:xfrm flipV="1">
            <a:off x="2514600" y="4727160"/>
            <a:ext cx="18000" cy="21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292"/>
          <p:cNvSpPr/>
          <p:nvPr/>
        </p:nvSpPr>
        <p:spPr>
          <a:xfrm flipV="1">
            <a:off x="2532600" y="4705200"/>
            <a:ext cx="18360" cy="21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93"/>
          <p:cNvSpPr/>
          <p:nvPr/>
        </p:nvSpPr>
        <p:spPr>
          <a:xfrm flipV="1">
            <a:off x="2550960" y="4682160"/>
            <a:ext cx="18360" cy="23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294"/>
          <p:cNvSpPr/>
          <p:nvPr/>
        </p:nvSpPr>
        <p:spPr>
          <a:xfrm flipV="1">
            <a:off x="2569320" y="4658400"/>
            <a:ext cx="18360" cy="23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95"/>
          <p:cNvSpPr/>
          <p:nvPr/>
        </p:nvSpPr>
        <p:spPr>
          <a:xfrm flipV="1">
            <a:off x="2587680" y="4633560"/>
            <a:ext cx="18360" cy="24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160" rIns="90000" bIns="-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96"/>
          <p:cNvSpPr/>
          <p:nvPr/>
        </p:nvSpPr>
        <p:spPr>
          <a:xfrm flipV="1">
            <a:off x="2606040" y="4607640"/>
            <a:ext cx="18000" cy="25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080" rIns="90000" bIns="-19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97"/>
          <p:cNvSpPr/>
          <p:nvPr/>
        </p:nvSpPr>
        <p:spPr>
          <a:xfrm flipV="1">
            <a:off x="2624040" y="4581000"/>
            <a:ext cx="18360" cy="26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360" rIns="90000" bIns="-18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98"/>
          <p:cNvSpPr/>
          <p:nvPr/>
        </p:nvSpPr>
        <p:spPr>
          <a:xfrm flipV="1">
            <a:off x="2642400" y="4552920"/>
            <a:ext cx="18360" cy="28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920" rIns="90000" bIns="-16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299"/>
          <p:cNvSpPr/>
          <p:nvPr/>
        </p:nvSpPr>
        <p:spPr>
          <a:xfrm flipV="1">
            <a:off x="2660760" y="4523760"/>
            <a:ext cx="18360" cy="29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840" rIns="90000" bIns="-15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300"/>
          <p:cNvSpPr/>
          <p:nvPr/>
        </p:nvSpPr>
        <p:spPr>
          <a:xfrm flipV="1">
            <a:off x="2679120" y="4493520"/>
            <a:ext cx="18360" cy="30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760" rIns="90000" bIns="-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301"/>
          <p:cNvSpPr/>
          <p:nvPr/>
        </p:nvSpPr>
        <p:spPr>
          <a:xfrm flipV="1">
            <a:off x="2697480" y="4461840"/>
            <a:ext cx="18000" cy="31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302"/>
          <p:cNvSpPr/>
          <p:nvPr/>
        </p:nvSpPr>
        <p:spPr>
          <a:xfrm flipV="1">
            <a:off x="2715480" y="4429080"/>
            <a:ext cx="18360" cy="32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240" rIns="90000" bIns="-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303"/>
          <p:cNvSpPr/>
          <p:nvPr/>
        </p:nvSpPr>
        <p:spPr>
          <a:xfrm flipV="1">
            <a:off x="2733840" y="4394880"/>
            <a:ext cx="18360" cy="34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800" rIns="90000" bIns="-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04"/>
          <p:cNvSpPr/>
          <p:nvPr/>
        </p:nvSpPr>
        <p:spPr>
          <a:xfrm flipV="1">
            <a:off x="2752200" y="4359240"/>
            <a:ext cx="18360" cy="35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360" rIns="90000" bIns="-9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305"/>
          <p:cNvSpPr/>
          <p:nvPr/>
        </p:nvSpPr>
        <p:spPr>
          <a:xfrm flipV="1">
            <a:off x="2770560" y="4322160"/>
            <a:ext cx="18360" cy="37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06"/>
          <p:cNvSpPr/>
          <p:nvPr/>
        </p:nvSpPr>
        <p:spPr>
          <a:xfrm flipV="1">
            <a:off x="2788920" y="4283640"/>
            <a:ext cx="18000" cy="38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307"/>
          <p:cNvSpPr/>
          <p:nvPr/>
        </p:nvSpPr>
        <p:spPr>
          <a:xfrm flipV="1">
            <a:off x="2806920" y="4243320"/>
            <a:ext cx="18360" cy="40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680" rIns="90000" bIns="-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308"/>
          <p:cNvSpPr/>
          <p:nvPr/>
        </p:nvSpPr>
        <p:spPr>
          <a:xfrm flipV="1">
            <a:off x="2825280" y="4201560"/>
            <a:ext cx="18360" cy="41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309"/>
          <p:cNvSpPr/>
          <p:nvPr/>
        </p:nvSpPr>
        <p:spPr>
          <a:xfrm flipV="1">
            <a:off x="2843640" y="4158360"/>
            <a:ext cx="18360" cy="43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" rIns="90000" bIns="-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310"/>
          <p:cNvSpPr/>
          <p:nvPr/>
        </p:nvSpPr>
        <p:spPr>
          <a:xfrm>
            <a:off x="777240" y="37490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Exponential  y = eˣ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311"/>
          <p:cNvSpPr/>
          <p:nvPr/>
        </p:nvSpPr>
        <p:spPr>
          <a:xfrm flipV="1">
            <a:off x="4541400" y="4114800"/>
            <a:ext cx="360" cy="153612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312"/>
          <p:cNvSpPr/>
          <p:nvPr/>
        </p:nvSpPr>
        <p:spPr>
          <a:xfrm>
            <a:off x="4114800" y="5266800"/>
            <a:ext cx="32004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313"/>
          <p:cNvSpPr/>
          <p:nvPr/>
        </p:nvSpPr>
        <p:spPr>
          <a:xfrm flipV="1">
            <a:off x="4712040" y="5582160"/>
            <a:ext cx="16920" cy="36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314"/>
          <p:cNvSpPr/>
          <p:nvPr/>
        </p:nvSpPr>
        <p:spPr>
          <a:xfrm flipV="1">
            <a:off x="4728960" y="5548680"/>
            <a:ext cx="17280" cy="33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315"/>
          <p:cNvSpPr/>
          <p:nvPr/>
        </p:nvSpPr>
        <p:spPr>
          <a:xfrm flipV="1">
            <a:off x="4746240" y="5518080"/>
            <a:ext cx="16920" cy="30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316"/>
          <p:cNvSpPr/>
          <p:nvPr/>
        </p:nvSpPr>
        <p:spPr>
          <a:xfrm flipV="1">
            <a:off x="4763160" y="5489280"/>
            <a:ext cx="17280" cy="28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200" rIns="90000" bIns="-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317"/>
          <p:cNvSpPr/>
          <p:nvPr/>
        </p:nvSpPr>
        <p:spPr>
          <a:xfrm flipV="1">
            <a:off x="4780440" y="5463000"/>
            <a:ext cx="16920" cy="26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318"/>
          <p:cNvSpPr/>
          <p:nvPr/>
        </p:nvSpPr>
        <p:spPr>
          <a:xfrm flipV="1">
            <a:off x="4797360" y="5438160"/>
            <a:ext cx="16920" cy="24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160" rIns="90000" bIns="-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319"/>
          <p:cNvSpPr/>
          <p:nvPr/>
        </p:nvSpPr>
        <p:spPr>
          <a:xfrm flipV="1">
            <a:off x="4814280" y="5414760"/>
            <a:ext cx="17280" cy="23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0" rIns="90000" bIns="-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320"/>
          <p:cNvSpPr/>
          <p:nvPr/>
        </p:nvSpPr>
        <p:spPr>
          <a:xfrm flipV="1">
            <a:off x="4831560" y="5392800"/>
            <a:ext cx="16920" cy="21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321"/>
          <p:cNvSpPr/>
          <p:nvPr/>
        </p:nvSpPr>
        <p:spPr>
          <a:xfrm flipV="1">
            <a:off x="4848480" y="537228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22"/>
          <p:cNvSpPr/>
          <p:nvPr/>
        </p:nvSpPr>
        <p:spPr>
          <a:xfrm flipV="1">
            <a:off x="4865760" y="5352480"/>
            <a:ext cx="16920" cy="19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323"/>
          <p:cNvSpPr/>
          <p:nvPr/>
        </p:nvSpPr>
        <p:spPr>
          <a:xfrm flipV="1">
            <a:off x="4882680" y="5333760"/>
            <a:ext cx="17280" cy="18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280" rIns="90000" bIns="-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324"/>
          <p:cNvSpPr/>
          <p:nvPr/>
        </p:nvSpPr>
        <p:spPr>
          <a:xfrm flipV="1">
            <a:off x="4899960" y="5315760"/>
            <a:ext cx="16920" cy="18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325"/>
          <p:cNvSpPr/>
          <p:nvPr/>
        </p:nvSpPr>
        <p:spPr>
          <a:xfrm flipV="1">
            <a:off x="4916880" y="5298840"/>
            <a:ext cx="16920" cy="16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326"/>
          <p:cNvSpPr/>
          <p:nvPr/>
        </p:nvSpPr>
        <p:spPr>
          <a:xfrm flipV="1">
            <a:off x="4933800" y="5282280"/>
            <a:ext cx="17280" cy="16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327"/>
          <p:cNvSpPr/>
          <p:nvPr/>
        </p:nvSpPr>
        <p:spPr>
          <a:xfrm flipV="1">
            <a:off x="4951080" y="5266800"/>
            <a:ext cx="1692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328"/>
          <p:cNvSpPr/>
          <p:nvPr/>
        </p:nvSpPr>
        <p:spPr>
          <a:xfrm flipV="1">
            <a:off x="4968000" y="5251680"/>
            <a:ext cx="1728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329"/>
          <p:cNvSpPr/>
          <p:nvPr/>
        </p:nvSpPr>
        <p:spPr>
          <a:xfrm flipV="1">
            <a:off x="4985280" y="5237280"/>
            <a:ext cx="16920" cy="14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330"/>
          <p:cNvSpPr/>
          <p:nvPr/>
        </p:nvSpPr>
        <p:spPr>
          <a:xfrm flipV="1">
            <a:off x="5002200" y="5223240"/>
            <a:ext cx="16920" cy="14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331"/>
          <p:cNvSpPr/>
          <p:nvPr/>
        </p:nvSpPr>
        <p:spPr>
          <a:xfrm flipV="1">
            <a:off x="5019120" y="5209920"/>
            <a:ext cx="17280" cy="13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680" rIns="90000" bIns="-31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332"/>
          <p:cNvSpPr/>
          <p:nvPr/>
        </p:nvSpPr>
        <p:spPr>
          <a:xfrm flipV="1">
            <a:off x="5036400" y="5196600"/>
            <a:ext cx="16920" cy="13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680" rIns="90000" bIns="-31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333"/>
          <p:cNvSpPr/>
          <p:nvPr/>
        </p:nvSpPr>
        <p:spPr>
          <a:xfrm flipV="1">
            <a:off x="5053320" y="5184000"/>
            <a:ext cx="17280" cy="12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334"/>
          <p:cNvSpPr/>
          <p:nvPr/>
        </p:nvSpPr>
        <p:spPr>
          <a:xfrm flipV="1">
            <a:off x="5070600" y="5172120"/>
            <a:ext cx="16920" cy="11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335"/>
          <p:cNvSpPr/>
          <p:nvPr/>
        </p:nvSpPr>
        <p:spPr>
          <a:xfrm flipV="1">
            <a:off x="5087520" y="5160240"/>
            <a:ext cx="16920" cy="11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336"/>
          <p:cNvSpPr/>
          <p:nvPr/>
        </p:nvSpPr>
        <p:spPr>
          <a:xfrm flipV="1">
            <a:off x="5104440" y="5148720"/>
            <a:ext cx="17280" cy="11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337"/>
          <p:cNvSpPr/>
          <p:nvPr/>
        </p:nvSpPr>
        <p:spPr>
          <a:xfrm flipV="1">
            <a:off x="5121720" y="5137560"/>
            <a:ext cx="16920" cy="11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338"/>
          <p:cNvSpPr/>
          <p:nvPr/>
        </p:nvSpPr>
        <p:spPr>
          <a:xfrm flipV="1">
            <a:off x="5138640" y="5126760"/>
            <a:ext cx="17280" cy="10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339"/>
          <p:cNvSpPr/>
          <p:nvPr/>
        </p:nvSpPr>
        <p:spPr>
          <a:xfrm flipV="1">
            <a:off x="5155920" y="5116320"/>
            <a:ext cx="16920" cy="10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340"/>
          <p:cNvSpPr/>
          <p:nvPr/>
        </p:nvSpPr>
        <p:spPr>
          <a:xfrm flipV="1">
            <a:off x="5172840" y="5105880"/>
            <a:ext cx="17280" cy="10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341"/>
          <p:cNvSpPr/>
          <p:nvPr/>
        </p:nvSpPr>
        <p:spPr>
          <a:xfrm flipV="1">
            <a:off x="5190120" y="5096160"/>
            <a:ext cx="1692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342"/>
          <p:cNvSpPr/>
          <p:nvPr/>
        </p:nvSpPr>
        <p:spPr>
          <a:xfrm flipV="1">
            <a:off x="5207040" y="5086440"/>
            <a:ext cx="1692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343"/>
          <p:cNvSpPr/>
          <p:nvPr/>
        </p:nvSpPr>
        <p:spPr>
          <a:xfrm flipV="1">
            <a:off x="5223960" y="5076720"/>
            <a:ext cx="1728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344"/>
          <p:cNvSpPr/>
          <p:nvPr/>
        </p:nvSpPr>
        <p:spPr>
          <a:xfrm flipV="1">
            <a:off x="5241240" y="5067360"/>
            <a:ext cx="16920" cy="9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345"/>
          <p:cNvSpPr/>
          <p:nvPr/>
        </p:nvSpPr>
        <p:spPr>
          <a:xfrm flipV="1">
            <a:off x="5258160" y="5058360"/>
            <a:ext cx="17280" cy="9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346"/>
          <p:cNvSpPr/>
          <p:nvPr/>
        </p:nvSpPr>
        <p:spPr>
          <a:xfrm flipV="1">
            <a:off x="5275440" y="5049720"/>
            <a:ext cx="1692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347"/>
          <p:cNvSpPr/>
          <p:nvPr/>
        </p:nvSpPr>
        <p:spPr>
          <a:xfrm flipV="1">
            <a:off x="5292360" y="5041080"/>
            <a:ext cx="1692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348"/>
          <p:cNvSpPr/>
          <p:nvPr/>
        </p:nvSpPr>
        <p:spPr>
          <a:xfrm flipV="1">
            <a:off x="5309280" y="5032440"/>
            <a:ext cx="1728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349"/>
          <p:cNvSpPr/>
          <p:nvPr/>
        </p:nvSpPr>
        <p:spPr>
          <a:xfrm flipV="1">
            <a:off x="5326560" y="5024160"/>
            <a:ext cx="16920" cy="8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350"/>
          <p:cNvSpPr/>
          <p:nvPr/>
        </p:nvSpPr>
        <p:spPr>
          <a:xfrm flipV="1">
            <a:off x="5343480" y="5016240"/>
            <a:ext cx="17280" cy="7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351"/>
          <p:cNvSpPr/>
          <p:nvPr/>
        </p:nvSpPr>
        <p:spPr>
          <a:xfrm flipV="1">
            <a:off x="5360760" y="5008320"/>
            <a:ext cx="16920" cy="7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352"/>
          <p:cNvSpPr/>
          <p:nvPr/>
        </p:nvSpPr>
        <p:spPr>
          <a:xfrm flipV="1">
            <a:off x="5377680" y="5000400"/>
            <a:ext cx="17280" cy="7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353"/>
          <p:cNvSpPr/>
          <p:nvPr/>
        </p:nvSpPr>
        <p:spPr>
          <a:xfrm flipV="1">
            <a:off x="5394960" y="4992840"/>
            <a:ext cx="16920" cy="7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354"/>
          <p:cNvSpPr/>
          <p:nvPr/>
        </p:nvSpPr>
        <p:spPr>
          <a:xfrm flipV="1">
            <a:off x="5411880" y="4985640"/>
            <a:ext cx="1692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355"/>
          <p:cNvSpPr/>
          <p:nvPr/>
        </p:nvSpPr>
        <p:spPr>
          <a:xfrm flipV="1">
            <a:off x="5428800" y="4978080"/>
            <a:ext cx="17280" cy="7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440" rIns="90000" bIns="-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356"/>
          <p:cNvSpPr/>
          <p:nvPr/>
        </p:nvSpPr>
        <p:spPr>
          <a:xfrm flipV="1">
            <a:off x="5446080" y="4970880"/>
            <a:ext cx="1692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357"/>
          <p:cNvSpPr/>
          <p:nvPr/>
        </p:nvSpPr>
        <p:spPr>
          <a:xfrm flipV="1">
            <a:off x="5463000" y="4964040"/>
            <a:ext cx="1728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358"/>
          <p:cNvSpPr/>
          <p:nvPr/>
        </p:nvSpPr>
        <p:spPr>
          <a:xfrm flipV="1">
            <a:off x="5480280" y="4957200"/>
            <a:ext cx="1692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359"/>
          <p:cNvSpPr/>
          <p:nvPr/>
        </p:nvSpPr>
        <p:spPr>
          <a:xfrm flipV="1">
            <a:off x="5497200" y="4950360"/>
            <a:ext cx="1692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360"/>
          <p:cNvSpPr/>
          <p:nvPr/>
        </p:nvSpPr>
        <p:spPr>
          <a:xfrm flipV="1">
            <a:off x="5514120" y="4943520"/>
            <a:ext cx="1728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61"/>
          <p:cNvSpPr/>
          <p:nvPr/>
        </p:nvSpPr>
        <p:spPr>
          <a:xfrm flipV="1">
            <a:off x="5531400" y="4937040"/>
            <a:ext cx="16920" cy="6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362"/>
          <p:cNvSpPr/>
          <p:nvPr/>
        </p:nvSpPr>
        <p:spPr>
          <a:xfrm flipV="1">
            <a:off x="5548320" y="4930560"/>
            <a:ext cx="17280" cy="6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363"/>
          <p:cNvSpPr/>
          <p:nvPr/>
        </p:nvSpPr>
        <p:spPr>
          <a:xfrm flipV="1">
            <a:off x="5565600" y="4924080"/>
            <a:ext cx="16920" cy="6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364"/>
          <p:cNvSpPr/>
          <p:nvPr/>
        </p:nvSpPr>
        <p:spPr>
          <a:xfrm flipV="1">
            <a:off x="5582520" y="4917960"/>
            <a:ext cx="1692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365"/>
          <p:cNvSpPr/>
          <p:nvPr/>
        </p:nvSpPr>
        <p:spPr>
          <a:xfrm flipV="1">
            <a:off x="5599440" y="4911840"/>
            <a:ext cx="1728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366"/>
          <p:cNvSpPr/>
          <p:nvPr/>
        </p:nvSpPr>
        <p:spPr>
          <a:xfrm flipV="1">
            <a:off x="5616720" y="4905720"/>
            <a:ext cx="1692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367"/>
          <p:cNvSpPr/>
          <p:nvPr/>
        </p:nvSpPr>
        <p:spPr>
          <a:xfrm flipV="1">
            <a:off x="5633640" y="4899960"/>
            <a:ext cx="17280" cy="5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368"/>
          <p:cNvSpPr/>
          <p:nvPr/>
        </p:nvSpPr>
        <p:spPr>
          <a:xfrm flipV="1">
            <a:off x="5650920" y="4893840"/>
            <a:ext cx="1692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369"/>
          <p:cNvSpPr/>
          <p:nvPr/>
        </p:nvSpPr>
        <p:spPr>
          <a:xfrm flipV="1">
            <a:off x="5667840" y="4888080"/>
            <a:ext cx="17280" cy="5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370"/>
          <p:cNvSpPr/>
          <p:nvPr/>
        </p:nvSpPr>
        <p:spPr>
          <a:xfrm flipV="1">
            <a:off x="5685120" y="4882320"/>
            <a:ext cx="16920" cy="5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371"/>
          <p:cNvSpPr/>
          <p:nvPr/>
        </p:nvSpPr>
        <p:spPr>
          <a:xfrm flipV="1">
            <a:off x="5702040" y="4876920"/>
            <a:ext cx="16920" cy="5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372"/>
          <p:cNvSpPr/>
          <p:nvPr/>
        </p:nvSpPr>
        <p:spPr>
          <a:xfrm flipV="1">
            <a:off x="5718960" y="4871520"/>
            <a:ext cx="17280" cy="5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373"/>
          <p:cNvSpPr/>
          <p:nvPr/>
        </p:nvSpPr>
        <p:spPr>
          <a:xfrm flipV="1">
            <a:off x="5736240" y="4865760"/>
            <a:ext cx="16920" cy="5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374"/>
          <p:cNvSpPr/>
          <p:nvPr/>
        </p:nvSpPr>
        <p:spPr>
          <a:xfrm flipV="1">
            <a:off x="5753160" y="4860360"/>
            <a:ext cx="17280" cy="5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375"/>
          <p:cNvSpPr/>
          <p:nvPr/>
        </p:nvSpPr>
        <p:spPr>
          <a:xfrm flipV="1">
            <a:off x="5770440" y="4855320"/>
            <a:ext cx="1692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376"/>
          <p:cNvSpPr/>
          <p:nvPr/>
        </p:nvSpPr>
        <p:spPr>
          <a:xfrm flipV="1">
            <a:off x="5787360" y="4849920"/>
            <a:ext cx="16920" cy="5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377"/>
          <p:cNvSpPr/>
          <p:nvPr/>
        </p:nvSpPr>
        <p:spPr>
          <a:xfrm flipV="1">
            <a:off x="5804280" y="4844880"/>
            <a:ext cx="1728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378"/>
          <p:cNvSpPr/>
          <p:nvPr/>
        </p:nvSpPr>
        <p:spPr>
          <a:xfrm flipV="1">
            <a:off x="5821560" y="4839840"/>
            <a:ext cx="1692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379"/>
          <p:cNvSpPr/>
          <p:nvPr/>
        </p:nvSpPr>
        <p:spPr>
          <a:xfrm flipV="1">
            <a:off x="5838480" y="4834800"/>
            <a:ext cx="1728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380"/>
          <p:cNvSpPr/>
          <p:nvPr/>
        </p:nvSpPr>
        <p:spPr>
          <a:xfrm flipV="1">
            <a:off x="5855760" y="4829760"/>
            <a:ext cx="1692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381"/>
          <p:cNvSpPr/>
          <p:nvPr/>
        </p:nvSpPr>
        <p:spPr>
          <a:xfrm flipV="1">
            <a:off x="5872680" y="4824720"/>
            <a:ext cx="1692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382"/>
          <p:cNvSpPr/>
          <p:nvPr/>
        </p:nvSpPr>
        <p:spPr>
          <a:xfrm flipV="1">
            <a:off x="5889600" y="4820040"/>
            <a:ext cx="1728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383"/>
          <p:cNvSpPr/>
          <p:nvPr/>
        </p:nvSpPr>
        <p:spPr>
          <a:xfrm flipV="1">
            <a:off x="5906880" y="4815360"/>
            <a:ext cx="1692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384"/>
          <p:cNvSpPr/>
          <p:nvPr/>
        </p:nvSpPr>
        <p:spPr>
          <a:xfrm flipV="1">
            <a:off x="5923800" y="4810680"/>
            <a:ext cx="1728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385"/>
          <p:cNvSpPr/>
          <p:nvPr/>
        </p:nvSpPr>
        <p:spPr>
          <a:xfrm flipV="1">
            <a:off x="5941080" y="4806000"/>
            <a:ext cx="1692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386"/>
          <p:cNvSpPr/>
          <p:nvPr/>
        </p:nvSpPr>
        <p:spPr>
          <a:xfrm flipV="1">
            <a:off x="5958000" y="4801320"/>
            <a:ext cx="1728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387"/>
          <p:cNvSpPr/>
          <p:nvPr/>
        </p:nvSpPr>
        <p:spPr>
          <a:xfrm flipV="1">
            <a:off x="5975280" y="4796640"/>
            <a:ext cx="1692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388"/>
          <p:cNvSpPr/>
          <p:nvPr/>
        </p:nvSpPr>
        <p:spPr>
          <a:xfrm flipV="1">
            <a:off x="5992200" y="4792320"/>
            <a:ext cx="1692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389"/>
          <p:cNvSpPr/>
          <p:nvPr/>
        </p:nvSpPr>
        <p:spPr>
          <a:xfrm flipV="1">
            <a:off x="6009120" y="4788000"/>
            <a:ext cx="1728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390"/>
          <p:cNvSpPr/>
          <p:nvPr/>
        </p:nvSpPr>
        <p:spPr>
          <a:xfrm flipV="1">
            <a:off x="6026400" y="4783320"/>
            <a:ext cx="1692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391"/>
          <p:cNvSpPr/>
          <p:nvPr/>
        </p:nvSpPr>
        <p:spPr>
          <a:xfrm flipV="1">
            <a:off x="6043320" y="4779000"/>
            <a:ext cx="1728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392"/>
          <p:cNvSpPr/>
          <p:nvPr/>
        </p:nvSpPr>
        <p:spPr>
          <a:xfrm flipV="1">
            <a:off x="6060600" y="4774680"/>
            <a:ext cx="1692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393"/>
          <p:cNvSpPr/>
          <p:nvPr/>
        </p:nvSpPr>
        <p:spPr>
          <a:xfrm flipV="1">
            <a:off x="6077520" y="4770720"/>
            <a:ext cx="1692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394"/>
          <p:cNvSpPr/>
          <p:nvPr/>
        </p:nvSpPr>
        <p:spPr>
          <a:xfrm flipV="1">
            <a:off x="6094440" y="4766400"/>
            <a:ext cx="1728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395"/>
          <p:cNvSpPr/>
          <p:nvPr/>
        </p:nvSpPr>
        <p:spPr>
          <a:xfrm flipV="1">
            <a:off x="6111720" y="4762080"/>
            <a:ext cx="1692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396"/>
          <p:cNvSpPr/>
          <p:nvPr/>
        </p:nvSpPr>
        <p:spPr>
          <a:xfrm flipV="1">
            <a:off x="6128640" y="4758120"/>
            <a:ext cx="172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397"/>
          <p:cNvSpPr/>
          <p:nvPr/>
        </p:nvSpPr>
        <p:spPr>
          <a:xfrm flipV="1">
            <a:off x="6145920" y="4754160"/>
            <a:ext cx="1692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398"/>
          <p:cNvSpPr/>
          <p:nvPr/>
        </p:nvSpPr>
        <p:spPr>
          <a:xfrm flipV="1">
            <a:off x="6162840" y="4750200"/>
            <a:ext cx="172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399"/>
          <p:cNvSpPr/>
          <p:nvPr/>
        </p:nvSpPr>
        <p:spPr>
          <a:xfrm flipV="1">
            <a:off x="6180120" y="4745880"/>
            <a:ext cx="1692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400"/>
          <p:cNvSpPr/>
          <p:nvPr/>
        </p:nvSpPr>
        <p:spPr>
          <a:xfrm flipV="1">
            <a:off x="6197040" y="4742280"/>
            <a:ext cx="169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401"/>
          <p:cNvSpPr/>
          <p:nvPr/>
        </p:nvSpPr>
        <p:spPr>
          <a:xfrm flipV="1">
            <a:off x="6213960" y="4738320"/>
            <a:ext cx="172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402"/>
          <p:cNvSpPr/>
          <p:nvPr/>
        </p:nvSpPr>
        <p:spPr>
          <a:xfrm flipV="1">
            <a:off x="6231240" y="4734360"/>
            <a:ext cx="1692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403"/>
          <p:cNvSpPr/>
          <p:nvPr/>
        </p:nvSpPr>
        <p:spPr>
          <a:xfrm flipV="1">
            <a:off x="6248160" y="4730400"/>
            <a:ext cx="172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404"/>
          <p:cNvSpPr/>
          <p:nvPr/>
        </p:nvSpPr>
        <p:spPr>
          <a:xfrm flipV="1">
            <a:off x="6265440" y="4726800"/>
            <a:ext cx="169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405"/>
          <p:cNvSpPr/>
          <p:nvPr/>
        </p:nvSpPr>
        <p:spPr>
          <a:xfrm flipV="1">
            <a:off x="6282360" y="4722840"/>
            <a:ext cx="1692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406"/>
          <p:cNvSpPr/>
          <p:nvPr/>
        </p:nvSpPr>
        <p:spPr>
          <a:xfrm flipV="1">
            <a:off x="6299280" y="4719240"/>
            <a:ext cx="1728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407"/>
          <p:cNvSpPr/>
          <p:nvPr/>
        </p:nvSpPr>
        <p:spPr>
          <a:xfrm flipV="1">
            <a:off x="6316560" y="4715640"/>
            <a:ext cx="169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408"/>
          <p:cNvSpPr/>
          <p:nvPr/>
        </p:nvSpPr>
        <p:spPr>
          <a:xfrm flipV="1">
            <a:off x="6333480" y="4712040"/>
            <a:ext cx="1728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409"/>
          <p:cNvSpPr/>
          <p:nvPr/>
        </p:nvSpPr>
        <p:spPr>
          <a:xfrm flipV="1">
            <a:off x="6350760" y="4708440"/>
            <a:ext cx="169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410"/>
          <p:cNvSpPr/>
          <p:nvPr/>
        </p:nvSpPr>
        <p:spPr>
          <a:xfrm flipV="1">
            <a:off x="6367680" y="4704840"/>
            <a:ext cx="169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411"/>
          <p:cNvSpPr/>
          <p:nvPr/>
        </p:nvSpPr>
        <p:spPr>
          <a:xfrm flipV="1">
            <a:off x="6384600" y="4701240"/>
            <a:ext cx="1728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412"/>
          <p:cNvSpPr/>
          <p:nvPr/>
        </p:nvSpPr>
        <p:spPr>
          <a:xfrm flipV="1">
            <a:off x="6401880" y="4697640"/>
            <a:ext cx="169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413"/>
          <p:cNvSpPr/>
          <p:nvPr/>
        </p:nvSpPr>
        <p:spPr>
          <a:xfrm flipV="1">
            <a:off x="6418800" y="4694400"/>
            <a:ext cx="1728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414"/>
          <p:cNvSpPr/>
          <p:nvPr/>
        </p:nvSpPr>
        <p:spPr>
          <a:xfrm flipV="1">
            <a:off x="6436080" y="4690800"/>
            <a:ext cx="169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415"/>
          <p:cNvSpPr/>
          <p:nvPr/>
        </p:nvSpPr>
        <p:spPr>
          <a:xfrm flipV="1">
            <a:off x="6453000" y="4687560"/>
            <a:ext cx="1728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416"/>
          <p:cNvSpPr/>
          <p:nvPr/>
        </p:nvSpPr>
        <p:spPr>
          <a:xfrm flipV="1">
            <a:off x="6470280" y="4683960"/>
            <a:ext cx="169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417"/>
          <p:cNvSpPr/>
          <p:nvPr/>
        </p:nvSpPr>
        <p:spPr>
          <a:xfrm flipV="1">
            <a:off x="6487200" y="4680720"/>
            <a:ext cx="1692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418"/>
          <p:cNvSpPr/>
          <p:nvPr/>
        </p:nvSpPr>
        <p:spPr>
          <a:xfrm flipV="1">
            <a:off x="6504120" y="4677480"/>
            <a:ext cx="1728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419"/>
          <p:cNvSpPr/>
          <p:nvPr/>
        </p:nvSpPr>
        <p:spPr>
          <a:xfrm flipV="1">
            <a:off x="6521400" y="4674240"/>
            <a:ext cx="1692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420"/>
          <p:cNvSpPr/>
          <p:nvPr/>
        </p:nvSpPr>
        <p:spPr>
          <a:xfrm flipV="1">
            <a:off x="6538320" y="4670640"/>
            <a:ext cx="1728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421"/>
          <p:cNvSpPr/>
          <p:nvPr/>
        </p:nvSpPr>
        <p:spPr>
          <a:xfrm flipV="1">
            <a:off x="6555600" y="4667400"/>
            <a:ext cx="1692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422"/>
          <p:cNvSpPr/>
          <p:nvPr/>
        </p:nvSpPr>
        <p:spPr>
          <a:xfrm flipV="1">
            <a:off x="6572520" y="466452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423"/>
          <p:cNvSpPr/>
          <p:nvPr/>
        </p:nvSpPr>
        <p:spPr>
          <a:xfrm flipV="1">
            <a:off x="6589440" y="4661280"/>
            <a:ext cx="1728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424"/>
          <p:cNvSpPr/>
          <p:nvPr/>
        </p:nvSpPr>
        <p:spPr>
          <a:xfrm flipV="1">
            <a:off x="6606720" y="4658040"/>
            <a:ext cx="1692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425"/>
          <p:cNvSpPr/>
          <p:nvPr/>
        </p:nvSpPr>
        <p:spPr>
          <a:xfrm flipV="1">
            <a:off x="6623640" y="4654800"/>
            <a:ext cx="1728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426"/>
          <p:cNvSpPr/>
          <p:nvPr/>
        </p:nvSpPr>
        <p:spPr>
          <a:xfrm flipV="1">
            <a:off x="6640920" y="465192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427"/>
          <p:cNvSpPr/>
          <p:nvPr/>
        </p:nvSpPr>
        <p:spPr>
          <a:xfrm flipV="1">
            <a:off x="6657840" y="4648680"/>
            <a:ext cx="1728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428"/>
          <p:cNvSpPr/>
          <p:nvPr/>
        </p:nvSpPr>
        <p:spPr>
          <a:xfrm flipV="1">
            <a:off x="6675120" y="4645440"/>
            <a:ext cx="1692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429"/>
          <p:cNvSpPr/>
          <p:nvPr/>
        </p:nvSpPr>
        <p:spPr>
          <a:xfrm flipV="1">
            <a:off x="6692040" y="464256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430"/>
          <p:cNvSpPr/>
          <p:nvPr/>
        </p:nvSpPr>
        <p:spPr>
          <a:xfrm flipV="1">
            <a:off x="6708960" y="4639680"/>
            <a:ext cx="1728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431"/>
          <p:cNvSpPr/>
          <p:nvPr/>
        </p:nvSpPr>
        <p:spPr>
          <a:xfrm flipV="1">
            <a:off x="6726240" y="4636440"/>
            <a:ext cx="1692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432"/>
          <p:cNvSpPr/>
          <p:nvPr/>
        </p:nvSpPr>
        <p:spPr>
          <a:xfrm flipV="1">
            <a:off x="6743160" y="4633560"/>
            <a:ext cx="1728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433"/>
          <p:cNvSpPr/>
          <p:nvPr/>
        </p:nvSpPr>
        <p:spPr>
          <a:xfrm flipV="1">
            <a:off x="6760440" y="463068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434"/>
          <p:cNvSpPr/>
          <p:nvPr/>
        </p:nvSpPr>
        <p:spPr>
          <a:xfrm flipV="1">
            <a:off x="6777360" y="462780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435"/>
          <p:cNvSpPr/>
          <p:nvPr/>
        </p:nvSpPr>
        <p:spPr>
          <a:xfrm flipV="1">
            <a:off x="6794280" y="4624920"/>
            <a:ext cx="1728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436"/>
          <p:cNvSpPr/>
          <p:nvPr/>
        </p:nvSpPr>
        <p:spPr>
          <a:xfrm flipV="1">
            <a:off x="6811560" y="462204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437"/>
          <p:cNvSpPr/>
          <p:nvPr/>
        </p:nvSpPr>
        <p:spPr>
          <a:xfrm flipV="1">
            <a:off x="6828480" y="4619160"/>
            <a:ext cx="1728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438"/>
          <p:cNvSpPr/>
          <p:nvPr/>
        </p:nvSpPr>
        <p:spPr>
          <a:xfrm flipV="1">
            <a:off x="6845760" y="461628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439"/>
          <p:cNvSpPr/>
          <p:nvPr/>
        </p:nvSpPr>
        <p:spPr>
          <a:xfrm flipV="1">
            <a:off x="6862680" y="461340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440"/>
          <p:cNvSpPr/>
          <p:nvPr/>
        </p:nvSpPr>
        <p:spPr>
          <a:xfrm flipV="1">
            <a:off x="6879600" y="4610520"/>
            <a:ext cx="1728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441"/>
          <p:cNvSpPr/>
          <p:nvPr/>
        </p:nvSpPr>
        <p:spPr>
          <a:xfrm flipV="1">
            <a:off x="6896880" y="460800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442"/>
          <p:cNvSpPr/>
          <p:nvPr/>
        </p:nvSpPr>
        <p:spPr>
          <a:xfrm flipV="1">
            <a:off x="6913800" y="4605120"/>
            <a:ext cx="1728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443"/>
          <p:cNvSpPr/>
          <p:nvPr/>
        </p:nvSpPr>
        <p:spPr>
          <a:xfrm flipV="1">
            <a:off x="6931080" y="460224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444"/>
          <p:cNvSpPr/>
          <p:nvPr/>
        </p:nvSpPr>
        <p:spPr>
          <a:xfrm flipV="1">
            <a:off x="6948000" y="4599720"/>
            <a:ext cx="172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445"/>
          <p:cNvSpPr/>
          <p:nvPr/>
        </p:nvSpPr>
        <p:spPr>
          <a:xfrm flipV="1">
            <a:off x="6965280" y="459684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446"/>
          <p:cNvSpPr/>
          <p:nvPr/>
        </p:nvSpPr>
        <p:spPr>
          <a:xfrm flipV="1">
            <a:off x="6982200" y="459432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447"/>
          <p:cNvSpPr/>
          <p:nvPr/>
        </p:nvSpPr>
        <p:spPr>
          <a:xfrm flipV="1">
            <a:off x="6999120" y="4591800"/>
            <a:ext cx="172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448"/>
          <p:cNvSpPr/>
          <p:nvPr/>
        </p:nvSpPr>
        <p:spPr>
          <a:xfrm flipV="1">
            <a:off x="7016400" y="4588920"/>
            <a:ext cx="169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449"/>
          <p:cNvSpPr/>
          <p:nvPr/>
        </p:nvSpPr>
        <p:spPr>
          <a:xfrm flipV="1">
            <a:off x="7033320" y="4586400"/>
            <a:ext cx="172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450"/>
          <p:cNvSpPr/>
          <p:nvPr/>
        </p:nvSpPr>
        <p:spPr>
          <a:xfrm flipV="1">
            <a:off x="7050600" y="458388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451"/>
          <p:cNvSpPr/>
          <p:nvPr/>
        </p:nvSpPr>
        <p:spPr>
          <a:xfrm flipV="1">
            <a:off x="7067520" y="458136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452"/>
          <p:cNvSpPr/>
          <p:nvPr/>
        </p:nvSpPr>
        <p:spPr>
          <a:xfrm flipV="1">
            <a:off x="7084440" y="4578480"/>
            <a:ext cx="1728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453"/>
          <p:cNvSpPr/>
          <p:nvPr/>
        </p:nvSpPr>
        <p:spPr>
          <a:xfrm flipV="1">
            <a:off x="7101720" y="457596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454"/>
          <p:cNvSpPr/>
          <p:nvPr/>
        </p:nvSpPr>
        <p:spPr>
          <a:xfrm flipV="1">
            <a:off x="7118640" y="4573440"/>
            <a:ext cx="172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455"/>
          <p:cNvSpPr/>
          <p:nvPr/>
        </p:nvSpPr>
        <p:spPr>
          <a:xfrm flipV="1">
            <a:off x="7135920" y="457092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456"/>
          <p:cNvSpPr/>
          <p:nvPr/>
        </p:nvSpPr>
        <p:spPr>
          <a:xfrm flipV="1">
            <a:off x="7152840" y="456840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457"/>
          <p:cNvSpPr/>
          <p:nvPr/>
        </p:nvSpPr>
        <p:spPr>
          <a:xfrm flipV="1">
            <a:off x="7169760" y="4565880"/>
            <a:ext cx="172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458"/>
          <p:cNvSpPr/>
          <p:nvPr/>
        </p:nvSpPr>
        <p:spPr>
          <a:xfrm flipV="1">
            <a:off x="7187040" y="4563720"/>
            <a:ext cx="1692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459"/>
          <p:cNvSpPr/>
          <p:nvPr/>
        </p:nvSpPr>
        <p:spPr>
          <a:xfrm flipV="1">
            <a:off x="7203960" y="4561200"/>
            <a:ext cx="172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460"/>
          <p:cNvSpPr/>
          <p:nvPr/>
        </p:nvSpPr>
        <p:spPr>
          <a:xfrm flipV="1">
            <a:off x="7221240" y="455868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461"/>
          <p:cNvSpPr/>
          <p:nvPr/>
        </p:nvSpPr>
        <p:spPr>
          <a:xfrm flipV="1">
            <a:off x="7238160" y="4556160"/>
            <a:ext cx="172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462"/>
          <p:cNvSpPr/>
          <p:nvPr/>
        </p:nvSpPr>
        <p:spPr>
          <a:xfrm flipV="1">
            <a:off x="7255440" y="4554000"/>
            <a:ext cx="1692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463"/>
          <p:cNvSpPr/>
          <p:nvPr/>
        </p:nvSpPr>
        <p:spPr>
          <a:xfrm flipV="1">
            <a:off x="7272360" y="4551480"/>
            <a:ext cx="1692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464"/>
          <p:cNvSpPr/>
          <p:nvPr/>
        </p:nvSpPr>
        <p:spPr>
          <a:xfrm flipV="1">
            <a:off x="7289280" y="4548960"/>
            <a:ext cx="172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465"/>
          <p:cNvSpPr/>
          <p:nvPr/>
        </p:nvSpPr>
        <p:spPr>
          <a:xfrm>
            <a:off x="4114800" y="37490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Logarithm  y = ln 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466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467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Four curves, four personalities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line has constant slope.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x² bends upward — a bowl, the shape of many losses.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eˣ grows faster and faster.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ln x rises ever more slowly.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Calculus measures exactly this: how the slope itself behaves.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Functions Inside Machine Learning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Three functions you will meet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Model: ŷ = f(x; w) — turns inputs into predictions.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Loss: L(w) — turns the prediction error into one number.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Activation: σ(z), ReLU(z) — adds non-linearity.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Why this matters for calculus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 differentiate the LOSS with respect to the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loss is a function OF the weights, which are inputs here.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model’s inputs x are fixed data; the knobs w are what we tune.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Composition: Functions Inside Functions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f(x) = x²,   g(x) = x + 3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f(g(x)) means “do g first, then f”.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f(g(2)) = f(5) = 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g(f(2)) = g(4) =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Order matters!  f(g(x)) = (x + 3)²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 neural network is f₃(f₂(f₁(x))) 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the chain rule (Calculus II) handles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f(x): return x **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g(x): return x + 3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print(f(g(2)))   # 25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print(g(f(2)))   # 7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composition as a new function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h(x):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f(g(x))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print(h(2))      # 25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Functions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f(x) = 2x + 1, compute f(0), f(3) and f(−2).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family of functions is f(x) = x² − 4x + 4?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f(x) = x + 1, g(x) = 3x. Compute f(g(2)) and g(f(2)).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write a function loss(w) = (w − 3)**2 and evaluate it at w = 0, 3, 6.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Limits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What a function approaches as the input gets closer and closer to a point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6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Intuition of a Limit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Not where you ARE — where you are HEADING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limit asks what value f(x) approaches as x gets closer to a number a — without needing to reach 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Written: lim f(x) = L as x → 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Limits matter at spots where a function is awkward, like 0/0.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They are the foundation under the derivative.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Limit at a Hole: (x² − 1)/(x − 1)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4"/>
          <p:cNvSpPr/>
          <p:nvPr/>
        </p:nvSpPr>
        <p:spPr>
          <a:xfrm flipV="1">
            <a:off x="137160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5"/>
          <p:cNvSpPr/>
          <p:nvPr/>
        </p:nvSpPr>
        <p:spPr>
          <a:xfrm flipV="1">
            <a:off x="329184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6"/>
          <p:cNvSpPr/>
          <p:nvPr/>
        </p:nvSpPr>
        <p:spPr>
          <a:xfrm flipV="1">
            <a:off x="425196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7"/>
          <p:cNvSpPr/>
          <p:nvPr/>
        </p:nvSpPr>
        <p:spPr>
          <a:xfrm flipV="1">
            <a:off x="52120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8"/>
          <p:cNvSpPr/>
          <p:nvPr/>
        </p:nvSpPr>
        <p:spPr>
          <a:xfrm flipV="1">
            <a:off x="617220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9"/>
          <p:cNvSpPr/>
          <p:nvPr/>
        </p:nvSpPr>
        <p:spPr>
          <a:xfrm flipV="1">
            <a:off x="713232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10"/>
          <p:cNvSpPr/>
          <p:nvPr/>
        </p:nvSpPr>
        <p:spPr>
          <a:xfrm>
            <a:off x="1371600" y="5897880"/>
            <a:ext cx="57607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11"/>
          <p:cNvSpPr/>
          <p:nvPr/>
        </p:nvSpPr>
        <p:spPr>
          <a:xfrm>
            <a:off x="1371600" y="4251960"/>
            <a:ext cx="57607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12"/>
          <p:cNvSpPr/>
          <p:nvPr/>
        </p:nvSpPr>
        <p:spPr>
          <a:xfrm>
            <a:off x="1371600" y="3429000"/>
            <a:ext cx="57607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13"/>
          <p:cNvSpPr/>
          <p:nvPr/>
        </p:nvSpPr>
        <p:spPr>
          <a:xfrm>
            <a:off x="1371600" y="2606040"/>
            <a:ext cx="57607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14"/>
          <p:cNvSpPr/>
          <p:nvPr/>
        </p:nvSpPr>
        <p:spPr>
          <a:xfrm>
            <a:off x="1371600" y="1783080"/>
            <a:ext cx="576072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15"/>
          <p:cNvSpPr/>
          <p:nvPr/>
        </p:nvSpPr>
        <p:spPr>
          <a:xfrm flipV="1">
            <a:off x="2331720" y="1783080"/>
            <a:ext cx="360" cy="41148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16"/>
          <p:cNvSpPr/>
          <p:nvPr/>
        </p:nvSpPr>
        <p:spPr>
          <a:xfrm>
            <a:off x="1371600" y="5074920"/>
            <a:ext cx="576072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17"/>
          <p:cNvSpPr/>
          <p:nvPr/>
        </p:nvSpPr>
        <p:spPr>
          <a:xfrm flipV="1">
            <a:off x="1371600" y="1783080"/>
            <a:ext cx="3840480" cy="3291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18"/>
          <p:cNvSpPr/>
          <p:nvPr/>
        </p:nvSpPr>
        <p:spPr>
          <a:xfrm>
            <a:off x="3218760" y="3355920"/>
            <a:ext cx="145800" cy="14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19"/>
          <p:cNvSpPr/>
          <p:nvPr/>
        </p:nvSpPr>
        <p:spPr>
          <a:xfrm>
            <a:off x="1371600" y="3429000"/>
            <a:ext cx="1920240" cy="360"/>
          </a:xfrm>
          <a:prstGeom prst="line">
            <a:avLst/>
          </a:prstGeom>
          <a:ln w="19050">
            <a:solidFill>
              <a:srgbClr val="2DD4B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20"/>
          <p:cNvSpPr/>
          <p:nvPr/>
        </p:nvSpPr>
        <p:spPr>
          <a:xfrm>
            <a:off x="2660760" y="386784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21"/>
          <p:cNvSpPr/>
          <p:nvPr/>
        </p:nvSpPr>
        <p:spPr>
          <a:xfrm>
            <a:off x="3044880" y="353880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22"/>
          <p:cNvSpPr/>
          <p:nvPr/>
        </p:nvSpPr>
        <p:spPr>
          <a:xfrm>
            <a:off x="3813120" y="288036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23"/>
          <p:cNvSpPr/>
          <p:nvPr/>
        </p:nvSpPr>
        <p:spPr>
          <a:xfrm>
            <a:off x="3476880" y="316836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24"/>
          <p:cNvSpPr/>
          <p:nvPr/>
        </p:nvSpPr>
        <p:spPr>
          <a:xfrm>
            <a:off x="3429000" y="35204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hole at x =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25"/>
          <p:cNvSpPr/>
          <p:nvPr/>
        </p:nvSpPr>
        <p:spPr>
          <a:xfrm>
            <a:off x="1463040" y="31089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limit L =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26"/>
          <p:cNvSpPr/>
          <p:nvPr/>
        </p:nvSpPr>
        <p:spPr>
          <a:xfrm>
            <a:off x="1851840" y="43344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from the left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27"/>
          <p:cNvSpPr/>
          <p:nvPr/>
        </p:nvSpPr>
        <p:spPr>
          <a:xfrm>
            <a:off x="4348080" y="30999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from the right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28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29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Both sides agree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At x = 1 the formula gives 0/0 — undefined, so there is a hole.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But approaching from either side, f(x) heads to 2.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So the limit is 2, even though f(1) does not exist.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limit cares about the journey, not the destination.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6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Estimating a Limit with a Table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f(x) = (x² − 1)/(x − 1),  x →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x       f(x)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0.9     1.9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0.99    1.99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0.999   1.999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1.001   2.001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1.01    2.01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1.1     2.1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Both sides close in on 2.   lim =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f(x):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(x**2 - 1) / (x - 1)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xs = np.array([0.9, 0.99, 0.999,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  1.001, 1.01, 1.1])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print(np.round(f(xs), 3))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[1.9   1.99  1.999 2.001 2.01  2.1 ]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f(1) itself fails: 0/0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Limit Notation &amp; One-Sided Limits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limit exists only if the left and right limits agree.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 → a⁻ means from the left; x → a⁺ from the right.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Limit laws let you split sums, products and quotients.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the idea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lim  f(x) = L        (x → a)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one-sided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lim  f(x)   from the left  (x → a⁻)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lim  f(x)   from the right (x → a⁺)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exists  ⇔  both sides equal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limit laws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lim (f + g) = lim f + lim 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lim (f · g) = lim f · lim 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Solving a Limit by Factoring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lim (x² − 9)/(x − 3)  as x →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Plugging in gives 0/0 — not an answer.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Factor the top:  x² − 9 = (x − 3)(x + 3)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Cancel (x − 3):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(x + 3)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Now substitute x = 3:  3 + 3 =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lim =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expr = (x**2 - 9) / (x - 3)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print(sp.limit(expr, x, 3))   # 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numerical check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for v in (2.99, 3.01):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print((v**2 - 9) / (v - 3))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5.99  6.01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Limits at Infinity — and the Sigmoid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As x grows without bound: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1/x → 0   (lim, x → ∞)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Sigmoid  σ(x) = 1 / (1 + e⁻ˣ)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x → +∞ :  e⁻ˣ → 0,  σ →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x → −∞ :  e⁻ˣ → ∞, σ →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So the sigmoid squeezes any input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into a value between 0 and 1 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perfect for probabilities.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print(sp.limit(1/x, x, sp.oo))   # 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sig = 1 / (1 + sp.exp(-x))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print(sp.limit(sig, x, sp.oo))   #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print(sp.limit(sig, x, -sp.oo))  # 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s = lambda z: 1 / (1 + np.exp(-z))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print(s(10), s(-10))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0.99995  4.5e-05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5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Limits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a table to estimate lim (x² − 4)/(x − 2) as x → 2.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Evaluate lim (x² + 2x) as x → 3 by direct substitution.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is lim 1/x as x → ∞? Why?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use sympy.limit for sin(x)/x as x → 0.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Continuity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Smooth and unbroken — and why that matters when a model has to learn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Continuity?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You can draw it without lifting your pen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function is continuous at a point if three things hold: f(a) exists, the limit exists, and the limit equals f(a).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Roughly: no holes, no jumps, no breaks.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Polynomials, eˣ and sin x are continuous everywhere.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Continuity is what makes small input changes produce small output changes.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Continuous vs. Broken Functions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4"/>
          <p:cNvSpPr/>
          <p:nvPr/>
        </p:nvSpPr>
        <p:spPr>
          <a:xfrm>
            <a:off x="594360" y="1920240"/>
            <a:ext cx="2285640" cy="2194200"/>
          </a:xfrm>
          <a:prstGeom prst="roundRect">
            <a:avLst>
              <a:gd name="adj" fmla="val 4167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5"/>
          <p:cNvSpPr/>
          <p:nvPr/>
        </p:nvSpPr>
        <p:spPr>
          <a:xfrm>
            <a:off x="2971800" y="1920240"/>
            <a:ext cx="2285640" cy="2194200"/>
          </a:xfrm>
          <a:prstGeom prst="roundRect">
            <a:avLst>
              <a:gd name="adj" fmla="val 4167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6"/>
          <p:cNvSpPr/>
          <p:nvPr/>
        </p:nvSpPr>
        <p:spPr>
          <a:xfrm>
            <a:off x="5349240" y="1920240"/>
            <a:ext cx="2285640" cy="2194200"/>
          </a:xfrm>
          <a:prstGeom prst="roundRect">
            <a:avLst>
              <a:gd name="adj" fmla="val 4167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7"/>
          <p:cNvSpPr/>
          <p:nvPr/>
        </p:nvSpPr>
        <p:spPr>
          <a:xfrm flipV="1">
            <a:off x="1737360" y="2194560"/>
            <a:ext cx="360" cy="18288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8"/>
          <p:cNvSpPr/>
          <p:nvPr/>
        </p:nvSpPr>
        <p:spPr>
          <a:xfrm>
            <a:off x="685800" y="3794760"/>
            <a:ext cx="210312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9"/>
          <p:cNvSpPr/>
          <p:nvPr/>
        </p:nvSpPr>
        <p:spPr>
          <a:xfrm>
            <a:off x="685800" y="2365920"/>
            <a:ext cx="20880" cy="56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10"/>
          <p:cNvSpPr/>
          <p:nvPr/>
        </p:nvSpPr>
        <p:spPr>
          <a:xfrm>
            <a:off x="706680" y="2422440"/>
            <a:ext cx="20880" cy="55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440" rIns="90000" bIns="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11"/>
          <p:cNvSpPr/>
          <p:nvPr/>
        </p:nvSpPr>
        <p:spPr>
          <a:xfrm>
            <a:off x="727560" y="2477880"/>
            <a:ext cx="21240" cy="54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360" rIns="90000" bIns="9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12"/>
          <p:cNvSpPr/>
          <p:nvPr/>
        </p:nvSpPr>
        <p:spPr>
          <a:xfrm>
            <a:off x="748800" y="2532240"/>
            <a:ext cx="20880" cy="52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920" rIns="90000" bIns="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13"/>
          <p:cNvSpPr/>
          <p:nvPr/>
        </p:nvSpPr>
        <p:spPr>
          <a:xfrm>
            <a:off x="769680" y="2585160"/>
            <a:ext cx="21240" cy="52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14"/>
          <p:cNvSpPr/>
          <p:nvPr/>
        </p:nvSpPr>
        <p:spPr>
          <a:xfrm>
            <a:off x="790920" y="2637360"/>
            <a:ext cx="20880" cy="50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15"/>
          <p:cNvSpPr/>
          <p:nvPr/>
        </p:nvSpPr>
        <p:spPr>
          <a:xfrm>
            <a:off x="811800" y="2688120"/>
            <a:ext cx="20880" cy="49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16"/>
          <p:cNvSpPr/>
          <p:nvPr/>
        </p:nvSpPr>
        <p:spPr>
          <a:xfrm>
            <a:off x="832680" y="2737800"/>
            <a:ext cx="21240" cy="48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" rIns="90000" bIns="3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17"/>
          <p:cNvSpPr/>
          <p:nvPr/>
        </p:nvSpPr>
        <p:spPr>
          <a:xfrm>
            <a:off x="853920" y="2786400"/>
            <a:ext cx="20880" cy="47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18"/>
          <p:cNvSpPr/>
          <p:nvPr/>
        </p:nvSpPr>
        <p:spPr>
          <a:xfrm>
            <a:off x="874800" y="2833920"/>
            <a:ext cx="21240" cy="46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19"/>
          <p:cNvSpPr/>
          <p:nvPr/>
        </p:nvSpPr>
        <p:spPr>
          <a:xfrm>
            <a:off x="896040" y="2880360"/>
            <a:ext cx="20880" cy="45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20"/>
          <p:cNvSpPr/>
          <p:nvPr/>
        </p:nvSpPr>
        <p:spPr>
          <a:xfrm>
            <a:off x="916920" y="2925360"/>
            <a:ext cx="21240" cy="43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80" rIns="90000" bIns="-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21"/>
          <p:cNvSpPr/>
          <p:nvPr/>
        </p:nvSpPr>
        <p:spPr>
          <a:xfrm>
            <a:off x="938160" y="2969280"/>
            <a:ext cx="20880" cy="42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22"/>
          <p:cNvSpPr/>
          <p:nvPr/>
        </p:nvSpPr>
        <p:spPr>
          <a:xfrm>
            <a:off x="959040" y="3012120"/>
            <a:ext cx="20880" cy="41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23"/>
          <p:cNvSpPr/>
          <p:nvPr/>
        </p:nvSpPr>
        <p:spPr>
          <a:xfrm>
            <a:off x="979920" y="3053880"/>
            <a:ext cx="21240" cy="40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" rIns="90000" bIns="-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24"/>
          <p:cNvSpPr/>
          <p:nvPr/>
        </p:nvSpPr>
        <p:spPr>
          <a:xfrm>
            <a:off x="1001160" y="3094560"/>
            <a:ext cx="20880" cy="39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760" rIns="90000" bIns="-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25"/>
          <p:cNvSpPr/>
          <p:nvPr/>
        </p:nvSpPr>
        <p:spPr>
          <a:xfrm>
            <a:off x="1022040" y="3133800"/>
            <a:ext cx="21240" cy="38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26"/>
          <p:cNvSpPr/>
          <p:nvPr/>
        </p:nvSpPr>
        <p:spPr>
          <a:xfrm>
            <a:off x="1043280" y="3172320"/>
            <a:ext cx="20880" cy="37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27"/>
          <p:cNvSpPr/>
          <p:nvPr/>
        </p:nvSpPr>
        <p:spPr>
          <a:xfrm>
            <a:off x="1064160" y="3209400"/>
            <a:ext cx="20880" cy="36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28"/>
          <p:cNvSpPr/>
          <p:nvPr/>
        </p:nvSpPr>
        <p:spPr>
          <a:xfrm>
            <a:off x="1085040" y="3245400"/>
            <a:ext cx="21240" cy="34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080" rIns="90000" bIns="-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29"/>
          <p:cNvSpPr/>
          <p:nvPr/>
        </p:nvSpPr>
        <p:spPr>
          <a:xfrm>
            <a:off x="1106280" y="3280320"/>
            <a:ext cx="20880" cy="33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30"/>
          <p:cNvSpPr/>
          <p:nvPr/>
        </p:nvSpPr>
        <p:spPr>
          <a:xfrm>
            <a:off x="1127160" y="3313800"/>
            <a:ext cx="21240" cy="32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240" rIns="90000" bIns="-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31"/>
          <p:cNvSpPr/>
          <p:nvPr/>
        </p:nvSpPr>
        <p:spPr>
          <a:xfrm>
            <a:off x="1148400" y="3346560"/>
            <a:ext cx="20880" cy="31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680" rIns="90000" bIns="-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32"/>
          <p:cNvSpPr/>
          <p:nvPr/>
        </p:nvSpPr>
        <p:spPr>
          <a:xfrm>
            <a:off x="1169280" y="3377880"/>
            <a:ext cx="21240" cy="30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760" rIns="90000" bIns="-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Shape 33"/>
          <p:cNvSpPr/>
          <p:nvPr/>
        </p:nvSpPr>
        <p:spPr>
          <a:xfrm>
            <a:off x="1190520" y="3408120"/>
            <a:ext cx="20880" cy="29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840" rIns="90000" bIns="-15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34"/>
          <p:cNvSpPr/>
          <p:nvPr/>
        </p:nvSpPr>
        <p:spPr>
          <a:xfrm>
            <a:off x="1211400" y="3437280"/>
            <a:ext cx="20880" cy="28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920" rIns="90000" bIns="-16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35"/>
          <p:cNvSpPr/>
          <p:nvPr/>
        </p:nvSpPr>
        <p:spPr>
          <a:xfrm>
            <a:off x="1232280" y="3465360"/>
            <a:ext cx="21240" cy="27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Shape 36"/>
          <p:cNvSpPr/>
          <p:nvPr/>
        </p:nvSpPr>
        <p:spPr>
          <a:xfrm>
            <a:off x="1253520" y="3492360"/>
            <a:ext cx="20880" cy="25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37"/>
          <p:cNvSpPr/>
          <p:nvPr/>
        </p:nvSpPr>
        <p:spPr>
          <a:xfrm>
            <a:off x="1274400" y="3517920"/>
            <a:ext cx="21240" cy="24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38"/>
          <p:cNvSpPr/>
          <p:nvPr/>
        </p:nvSpPr>
        <p:spPr>
          <a:xfrm>
            <a:off x="1295640" y="3542400"/>
            <a:ext cx="20880" cy="23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0" rIns="90000" bIns="-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39"/>
          <p:cNvSpPr/>
          <p:nvPr/>
        </p:nvSpPr>
        <p:spPr>
          <a:xfrm>
            <a:off x="1316520" y="3566160"/>
            <a:ext cx="21240" cy="21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40"/>
          <p:cNvSpPr/>
          <p:nvPr/>
        </p:nvSpPr>
        <p:spPr>
          <a:xfrm>
            <a:off x="1337760" y="3588120"/>
            <a:ext cx="20880" cy="21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41"/>
          <p:cNvSpPr/>
          <p:nvPr/>
        </p:nvSpPr>
        <p:spPr>
          <a:xfrm>
            <a:off x="1358640" y="3609360"/>
            <a:ext cx="20880" cy="20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42"/>
          <p:cNvSpPr/>
          <p:nvPr/>
        </p:nvSpPr>
        <p:spPr>
          <a:xfrm>
            <a:off x="1379520" y="3629520"/>
            <a:ext cx="21240" cy="18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280" rIns="90000" bIns="-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43"/>
          <p:cNvSpPr/>
          <p:nvPr/>
        </p:nvSpPr>
        <p:spPr>
          <a:xfrm>
            <a:off x="1400760" y="3648240"/>
            <a:ext cx="20880" cy="17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44"/>
          <p:cNvSpPr/>
          <p:nvPr/>
        </p:nvSpPr>
        <p:spPr>
          <a:xfrm>
            <a:off x="1421640" y="3665880"/>
            <a:ext cx="21240" cy="16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45"/>
          <p:cNvSpPr/>
          <p:nvPr/>
        </p:nvSpPr>
        <p:spPr>
          <a:xfrm>
            <a:off x="1442880" y="3682440"/>
            <a:ext cx="2088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Shape 46"/>
          <p:cNvSpPr/>
          <p:nvPr/>
        </p:nvSpPr>
        <p:spPr>
          <a:xfrm>
            <a:off x="1463760" y="3697920"/>
            <a:ext cx="20880" cy="14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47"/>
          <p:cNvSpPr/>
          <p:nvPr/>
        </p:nvSpPr>
        <p:spPr>
          <a:xfrm>
            <a:off x="1484640" y="3712320"/>
            <a:ext cx="21240" cy="12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48"/>
          <p:cNvSpPr/>
          <p:nvPr/>
        </p:nvSpPr>
        <p:spPr>
          <a:xfrm>
            <a:off x="1505880" y="3725280"/>
            <a:ext cx="2088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49"/>
          <p:cNvSpPr/>
          <p:nvPr/>
        </p:nvSpPr>
        <p:spPr>
          <a:xfrm>
            <a:off x="1526760" y="3737520"/>
            <a:ext cx="21240" cy="10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50"/>
          <p:cNvSpPr/>
          <p:nvPr/>
        </p:nvSpPr>
        <p:spPr>
          <a:xfrm>
            <a:off x="1548000" y="3748320"/>
            <a:ext cx="2088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51"/>
          <p:cNvSpPr/>
          <p:nvPr/>
        </p:nvSpPr>
        <p:spPr>
          <a:xfrm>
            <a:off x="1568880" y="3758040"/>
            <a:ext cx="2124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52"/>
          <p:cNvSpPr/>
          <p:nvPr/>
        </p:nvSpPr>
        <p:spPr>
          <a:xfrm>
            <a:off x="1590120" y="3766680"/>
            <a:ext cx="2088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53"/>
          <p:cNvSpPr/>
          <p:nvPr/>
        </p:nvSpPr>
        <p:spPr>
          <a:xfrm>
            <a:off x="1611000" y="3773880"/>
            <a:ext cx="20880" cy="6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54"/>
          <p:cNvSpPr/>
          <p:nvPr/>
        </p:nvSpPr>
        <p:spPr>
          <a:xfrm>
            <a:off x="1631880" y="3780360"/>
            <a:ext cx="2124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55"/>
          <p:cNvSpPr/>
          <p:nvPr/>
        </p:nvSpPr>
        <p:spPr>
          <a:xfrm>
            <a:off x="1653120" y="3785400"/>
            <a:ext cx="208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56"/>
          <p:cNvSpPr/>
          <p:nvPr/>
        </p:nvSpPr>
        <p:spPr>
          <a:xfrm>
            <a:off x="1674000" y="3789360"/>
            <a:ext cx="2124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57"/>
          <p:cNvSpPr/>
          <p:nvPr/>
        </p:nvSpPr>
        <p:spPr>
          <a:xfrm>
            <a:off x="1695240" y="3792240"/>
            <a:ext cx="20880" cy="1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58"/>
          <p:cNvSpPr/>
          <p:nvPr/>
        </p:nvSpPr>
        <p:spPr>
          <a:xfrm>
            <a:off x="1716120" y="3794040"/>
            <a:ext cx="2124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59"/>
          <p:cNvSpPr/>
          <p:nvPr/>
        </p:nvSpPr>
        <p:spPr>
          <a:xfrm flipV="1">
            <a:off x="1737360" y="3794040"/>
            <a:ext cx="2088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60"/>
          <p:cNvSpPr/>
          <p:nvPr/>
        </p:nvSpPr>
        <p:spPr>
          <a:xfrm flipV="1">
            <a:off x="1758240" y="3792240"/>
            <a:ext cx="20880" cy="1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61"/>
          <p:cNvSpPr/>
          <p:nvPr/>
        </p:nvSpPr>
        <p:spPr>
          <a:xfrm flipV="1">
            <a:off x="1779120" y="3789360"/>
            <a:ext cx="2124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62"/>
          <p:cNvSpPr/>
          <p:nvPr/>
        </p:nvSpPr>
        <p:spPr>
          <a:xfrm flipV="1">
            <a:off x="1800360" y="3785400"/>
            <a:ext cx="208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63"/>
          <p:cNvSpPr/>
          <p:nvPr/>
        </p:nvSpPr>
        <p:spPr>
          <a:xfrm flipV="1">
            <a:off x="1821240" y="3780360"/>
            <a:ext cx="2124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Shape 64"/>
          <p:cNvSpPr/>
          <p:nvPr/>
        </p:nvSpPr>
        <p:spPr>
          <a:xfrm flipV="1">
            <a:off x="1842480" y="3773880"/>
            <a:ext cx="20880" cy="6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520" rIns="90000" bIns="-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65"/>
          <p:cNvSpPr/>
          <p:nvPr/>
        </p:nvSpPr>
        <p:spPr>
          <a:xfrm flipV="1">
            <a:off x="1863360" y="3766680"/>
            <a:ext cx="2088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66"/>
          <p:cNvSpPr/>
          <p:nvPr/>
        </p:nvSpPr>
        <p:spPr>
          <a:xfrm flipV="1">
            <a:off x="1884240" y="3758040"/>
            <a:ext cx="2124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Shape 67"/>
          <p:cNvSpPr/>
          <p:nvPr/>
        </p:nvSpPr>
        <p:spPr>
          <a:xfrm flipV="1">
            <a:off x="1905480" y="3748320"/>
            <a:ext cx="2088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Shape 68"/>
          <p:cNvSpPr/>
          <p:nvPr/>
        </p:nvSpPr>
        <p:spPr>
          <a:xfrm flipV="1">
            <a:off x="1926360" y="3737520"/>
            <a:ext cx="21240" cy="10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69"/>
          <p:cNvSpPr/>
          <p:nvPr/>
        </p:nvSpPr>
        <p:spPr>
          <a:xfrm flipV="1">
            <a:off x="1947600" y="3725280"/>
            <a:ext cx="2088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70"/>
          <p:cNvSpPr/>
          <p:nvPr/>
        </p:nvSpPr>
        <p:spPr>
          <a:xfrm flipV="1">
            <a:off x="1968480" y="3712320"/>
            <a:ext cx="21240" cy="12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71"/>
          <p:cNvSpPr/>
          <p:nvPr/>
        </p:nvSpPr>
        <p:spPr>
          <a:xfrm flipV="1">
            <a:off x="1989720" y="3697920"/>
            <a:ext cx="20880" cy="14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72"/>
          <p:cNvSpPr/>
          <p:nvPr/>
        </p:nvSpPr>
        <p:spPr>
          <a:xfrm flipV="1">
            <a:off x="2010600" y="3682440"/>
            <a:ext cx="2088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73"/>
          <p:cNvSpPr/>
          <p:nvPr/>
        </p:nvSpPr>
        <p:spPr>
          <a:xfrm flipV="1">
            <a:off x="2031480" y="3665880"/>
            <a:ext cx="21240" cy="16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74"/>
          <p:cNvSpPr/>
          <p:nvPr/>
        </p:nvSpPr>
        <p:spPr>
          <a:xfrm flipV="1">
            <a:off x="2052720" y="3648240"/>
            <a:ext cx="20880" cy="17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75"/>
          <p:cNvSpPr/>
          <p:nvPr/>
        </p:nvSpPr>
        <p:spPr>
          <a:xfrm flipV="1">
            <a:off x="2073600" y="3629520"/>
            <a:ext cx="21240" cy="18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280" rIns="90000" bIns="-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76"/>
          <p:cNvSpPr/>
          <p:nvPr/>
        </p:nvSpPr>
        <p:spPr>
          <a:xfrm flipV="1">
            <a:off x="2094840" y="3609360"/>
            <a:ext cx="20880" cy="20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77"/>
          <p:cNvSpPr/>
          <p:nvPr/>
        </p:nvSpPr>
        <p:spPr>
          <a:xfrm flipV="1">
            <a:off x="2115720" y="3588120"/>
            <a:ext cx="20880" cy="21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Shape 78"/>
          <p:cNvSpPr/>
          <p:nvPr/>
        </p:nvSpPr>
        <p:spPr>
          <a:xfrm flipV="1">
            <a:off x="2136600" y="3566160"/>
            <a:ext cx="21240" cy="21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79"/>
          <p:cNvSpPr/>
          <p:nvPr/>
        </p:nvSpPr>
        <p:spPr>
          <a:xfrm flipV="1">
            <a:off x="2157840" y="3542400"/>
            <a:ext cx="20880" cy="23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80"/>
          <p:cNvSpPr/>
          <p:nvPr/>
        </p:nvSpPr>
        <p:spPr>
          <a:xfrm flipV="1">
            <a:off x="2178720" y="3517920"/>
            <a:ext cx="21240" cy="24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81"/>
          <p:cNvSpPr/>
          <p:nvPr/>
        </p:nvSpPr>
        <p:spPr>
          <a:xfrm flipV="1">
            <a:off x="2199960" y="3492360"/>
            <a:ext cx="20880" cy="25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82"/>
          <p:cNvSpPr/>
          <p:nvPr/>
        </p:nvSpPr>
        <p:spPr>
          <a:xfrm flipV="1">
            <a:off x="2220840" y="3465360"/>
            <a:ext cx="21240" cy="27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Shape 83"/>
          <p:cNvSpPr/>
          <p:nvPr/>
        </p:nvSpPr>
        <p:spPr>
          <a:xfrm flipV="1">
            <a:off x="2242080" y="3437280"/>
            <a:ext cx="20880" cy="28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920" rIns="90000" bIns="-16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84"/>
          <p:cNvSpPr/>
          <p:nvPr/>
        </p:nvSpPr>
        <p:spPr>
          <a:xfrm flipV="1">
            <a:off x="2262960" y="3408120"/>
            <a:ext cx="20880" cy="29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840" rIns="90000" bIns="-15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85"/>
          <p:cNvSpPr/>
          <p:nvPr/>
        </p:nvSpPr>
        <p:spPr>
          <a:xfrm flipV="1">
            <a:off x="2283840" y="3377880"/>
            <a:ext cx="21240" cy="30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760" rIns="90000" bIns="-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86"/>
          <p:cNvSpPr/>
          <p:nvPr/>
        </p:nvSpPr>
        <p:spPr>
          <a:xfrm flipV="1">
            <a:off x="2305080" y="3346560"/>
            <a:ext cx="20880" cy="31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680" rIns="90000" bIns="-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87"/>
          <p:cNvSpPr/>
          <p:nvPr/>
        </p:nvSpPr>
        <p:spPr>
          <a:xfrm flipV="1">
            <a:off x="2325960" y="3313800"/>
            <a:ext cx="21240" cy="32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240" rIns="90000" bIns="-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88"/>
          <p:cNvSpPr/>
          <p:nvPr/>
        </p:nvSpPr>
        <p:spPr>
          <a:xfrm flipV="1">
            <a:off x="2347200" y="3280320"/>
            <a:ext cx="20880" cy="33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89"/>
          <p:cNvSpPr/>
          <p:nvPr/>
        </p:nvSpPr>
        <p:spPr>
          <a:xfrm flipV="1">
            <a:off x="2368080" y="3245400"/>
            <a:ext cx="21240" cy="34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080" rIns="90000" bIns="-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90"/>
          <p:cNvSpPr/>
          <p:nvPr/>
        </p:nvSpPr>
        <p:spPr>
          <a:xfrm flipV="1">
            <a:off x="2389320" y="3209400"/>
            <a:ext cx="20880" cy="36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Shape 91"/>
          <p:cNvSpPr/>
          <p:nvPr/>
        </p:nvSpPr>
        <p:spPr>
          <a:xfrm flipV="1">
            <a:off x="2410200" y="3172320"/>
            <a:ext cx="20880" cy="37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92"/>
          <p:cNvSpPr/>
          <p:nvPr/>
        </p:nvSpPr>
        <p:spPr>
          <a:xfrm flipV="1">
            <a:off x="2431080" y="3133800"/>
            <a:ext cx="21240" cy="38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Shape 93"/>
          <p:cNvSpPr/>
          <p:nvPr/>
        </p:nvSpPr>
        <p:spPr>
          <a:xfrm flipV="1">
            <a:off x="2452320" y="3094560"/>
            <a:ext cx="20880" cy="39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760" rIns="90000" bIns="-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Shape 94"/>
          <p:cNvSpPr/>
          <p:nvPr/>
        </p:nvSpPr>
        <p:spPr>
          <a:xfrm flipV="1">
            <a:off x="2473200" y="3053880"/>
            <a:ext cx="21240" cy="40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" rIns="90000" bIns="-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Shape 95"/>
          <p:cNvSpPr/>
          <p:nvPr/>
        </p:nvSpPr>
        <p:spPr>
          <a:xfrm flipV="1">
            <a:off x="2494440" y="3012120"/>
            <a:ext cx="20880" cy="41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Shape 96"/>
          <p:cNvSpPr/>
          <p:nvPr/>
        </p:nvSpPr>
        <p:spPr>
          <a:xfrm flipV="1">
            <a:off x="2515320" y="2969280"/>
            <a:ext cx="20880" cy="42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97"/>
          <p:cNvSpPr/>
          <p:nvPr/>
        </p:nvSpPr>
        <p:spPr>
          <a:xfrm flipV="1">
            <a:off x="2536200" y="2925360"/>
            <a:ext cx="21240" cy="43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80" rIns="90000" bIns="-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98"/>
          <p:cNvSpPr/>
          <p:nvPr/>
        </p:nvSpPr>
        <p:spPr>
          <a:xfrm flipV="1">
            <a:off x="2557440" y="2880360"/>
            <a:ext cx="20880" cy="45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Shape 99"/>
          <p:cNvSpPr/>
          <p:nvPr/>
        </p:nvSpPr>
        <p:spPr>
          <a:xfrm flipV="1">
            <a:off x="2578320" y="2833920"/>
            <a:ext cx="21240" cy="46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40" rIns="90000" bIns="1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100"/>
          <p:cNvSpPr/>
          <p:nvPr/>
        </p:nvSpPr>
        <p:spPr>
          <a:xfrm flipV="1">
            <a:off x="2599560" y="2786400"/>
            <a:ext cx="20880" cy="47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" rIns="90000" bIns="2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101"/>
          <p:cNvSpPr/>
          <p:nvPr/>
        </p:nvSpPr>
        <p:spPr>
          <a:xfrm flipV="1">
            <a:off x="2620440" y="2737800"/>
            <a:ext cx="21240" cy="48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" rIns="90000" bIns="3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102"/>
          <p:cNvSpPr/>
          <p:nvPr/>
        </p:nvSpPr>
        <p:spPr>
          <a:xfrm flipV="1">
            <a:off x="2641680" y="2688120"/>
            <a:ext cx="20880" cy="49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103"/>
          <p:cNvSpPr/>
          <p:nvPr/>
        </p:nvSpPr>
        <p:spPr>
          <a:xfrm flipV="1">
            <a:off x="2662560" y="2637360"/>
            <a:ext cx="20880" cy="50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Shape 104"/>
          <p:cNvSpPr/>
          <p:nvPr/>
        </p:nvSpPr>
        <p:spPr>
          <a:xfrm flipV="1">
            <a:off x="2683440" y="2585160"/>
            <a:ext cx="21240" cy="52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105"/>
          <p:cNvSpPr/>
          <p:nvPr/>
        </p:nvSpPr>
        <p:spPr>
          <a:xfrm flipV="1">
            <a:off x="2704680" y="2532240"/>
            <a:ext cx="20880" cy="52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920" rIns="90000" bIns="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106"/>
          <p:cNvSpPr/>
          <p:nvPr/>
        </p:nvSpPr>
        <p:spPr>
          <a:xfrm flipV="1">
            <a:off x="2725560" y="2477880"/>
            <a:ext cx="21240" cy="54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360" rIns="90000" bIns="9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Shape 107"/>
          <p:cNvSpPr/>
          <p:nvPr/>
        </p:nvSpPr>
        <p:spPr>
          <a:xfrm flipV="1">
            <a:off x="2746800" y="2422440"/>
            <a:ext cx="20880" cy="55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440" rIns="90000" bIns="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108"/>
          <p:cNvSpPr/>
          <p:nvPr/>
        </p:nvSpPr>
        <p:spPr>
          <a:xfrm flipV="1">
            <a:off x="2767680" y="2365920"/>
            <a:ext cx="21240" cy="56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1520" rIns="90000" bIns="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Shape 109"/>
          <p:cNvSpPr/>
          <p:nvPr/>
        </p:nvSpPr>
        <p:spPr>
          <a:xfrm flipV="1">
            <a:off x="4114800" y="2194560"/>
            <a:ext cx="360" cy="18288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110"/>
          <p:cNvSpPr/>
          <p:nvPr/>
        </p:nvSpPr>
        <p:spPr>
          <a:xfrm>
            <a:off x="3063240" y="3794760"/>
            <a:ext cx="210312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Shape 111"/>
          <p:cNvSpPr/>
          <p:nvPr/>
        </p:nvSpPr>
        <p:spPr>
          <a:xfrm flipV="1">
            <a:off x="3483720" y="2194560"/>
            <a:ext cx="1682640" cy="1828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112"/>
          <p:cNvSpPr/>
          <p:nvPr/>
        </p:nvSpPr>
        <p:spPr>
          <a:xfrm>
            <a:off x="4462200" y="2807280"/>
            <a:ext cx="145800" cy="14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113"/>
          <p:cNvSpPr/>
          <p:nvPr/>
        </p:nvSpPr>
        <p:spPr>
          <a:xfrm flipV="1">
            <a:off x="6492240" y="2194560"/>
            <a:ext cx="360" cy="18288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114"/>
          <p:cNvSpPr/>
          <p:nvPr/>
        </p:nvSpPr>
        <p:spPr>
          <a:xfrm>
            <a:off x="5440680" y="3794760"/>
            <a:ext cx="210312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Shape 115"/>
          <p:cNvSpPr/>
          <p:nvPr/>
        </p:nvSpPr>
        <p:spPr>
          <a:xfrm>
            <a:off x="5440680" y="3337560"/>
            <a:ext cx="105156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Shape 116"/>
          <p:cNvSpPr/>
          <p:nvPr/>
        </p:nvSpPr>
        <p:spPr>
          <a:xfrm>
            <a:off x="6492240" y="2423160"/>
            <a:ext cx="105156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Shape 117"/>
          <p:cNvSpPr/>
          <p:nvPr/>
        </p:nvSpPr>
        <p:spPr>
          <a:xfrm>
            <a:off x="6419160" y="3264480"/>
            <a:ext cx="145800" cy="14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118"/>
          <p:cNvSpPr/>
          <p:nvPr/>
        </p:nvSpPr>
        <p:spPr>
          <a:xfrm>
            <a:off x="6419160" y="2350080"/>
            <a:ext cx="145800" cy="145800"/>
          </a:xfrm>
          <a:prstGeom prst="ellipse">
            <a:avLst/>
          </a:prstGeom>
          <a:solidFill>
            <a:srgbClr val="5755A7"/>
          </a:solidFill>
          <a:ln w="254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 119"/>
          <p:cNvSpPr/>
          <p:nvPr/>
        </p:nvSpPr>
        <p:spPr>
          <a:xfrm>
            <a:off x="594360" y="434340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Continuous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No breaks at all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120"/>
          <p:cNvSpPr/>
          <p:nvPr/>
        </p:nvSpPr>
        <p:spPr>
          <a:xfrm>
            <a:off x="2971800" y="434340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Hole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Limit exists, f(a) missing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121"/>
          <p:cNvSpPr/>
          <p:nvPr/>
        </p:nvSpPr>
        <p:spPr>
          <a:xfrm>
            <a:off x="5349240" y="434340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Jump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Left ≠ right limit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122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Text 123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Three kinds of behaviour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Left: a smooth bowl — continuous everywhere.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Middle: a removable hole — fixable by defining the missing value.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Right: a jump — the function suddenly switches level.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Derivatives need continuity; jumps break them.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Testing Continuity at a Point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f(x) = x²  at  x =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f(2) =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lim x→2 of x² =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They match → continuous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g(x) = 1 for x &lt; 1,  3 for x ≥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left limit 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right limit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1 ≠ 3 → jump → NOT continuous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f(x): return x **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g(x): return 1 if x &lt; 1 else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print(f(2))                 # 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print(f(1.999), f(2.001))   # ≈4  ≈4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print(g(0.999), g(1.001))   # 1 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left ≠ right → jump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approaching from both sides is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the continuity test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ML Prefers Smooth Activations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Shape 4"/>
          <p:cNvSpPr/>
          <p:nvPr/>
        </p:nvSpPr>
        <p:spPr>
          <a:xfrm>
            <a:off x="594360" y="1920240"/>
            <a:ext cx="2285640" cy="2011320"/>
          </a:xfrm>
          <a:prstGeom prst="roundRect">
            <a:avLst>
              <a:gd name="adj" fmla="val 4545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5"/>
          <p:cNvSpPr/>
          <p:nvPr/>
        </p:nvSpPr>
        <p:spPr>
          <a:xfrm flipV="1">
            <a:off x="1728000" y="2194560"/>
            <a:ext cx="360" cy="164592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6"/>
          <p:cNvSpPr/>
          <p:nvPr/>
        </p:nvSpPr>
        <p:spPr>
          <a:xfrm>
            <a:off x="685800" y="3429000"/>
            <a:ext cx="208476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Shape 7"/>
          <p:cNvSpPr/>
          <p:nvPr/>
        </p:nvSpPr>
        <p:spPr>
          <a:xfrm>
            <a:off x="685800" y="3429000"/>
            <a:ext cx="1042200" cy="360"/>
          </a:xfrm>
          <a:prstGeom prst="line">
            <a:avLst/>
          </a:prstGeom>
          <a:ln w="381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Shape 8"/>
          <p:cNvSpPr/>
          <p:nvPr/>
        </p:nvSpPr>
        <p:spPr>
          <a:xfrm>
            <a:off x="1728000" y="3017520"/>
            <a:ext cx="1042560" cy="360"/>
          </a:xfrm>
          <a:prstGeom prst="line">
            <a:avLst/>
          </a:prstGeom>
          <a:ln w="381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9"/>
          <p:cNvSpPr/>
          <p:nvPr/>
        </p:nvSpPr>
        <p:spPr>
          <a:xfrm>
            <a:off x="1654920" y="3355920"/>
            <a:ext cx="145800" cy="14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Shape 10"/>
          <p:cNvSpPr/>
          <p:nvPr/>
        </p:nvSpPr>
        <p:spPr>
          <a:xfrm>
            <a:off x="1654920" y="2944440"/>
            <a:ext cx="145800" cy="145800"/>
          </a:xfrm>
          <a:prstGeom prst="ellipse">
            <a:avLst/>
          </a:prstGeom>
          <a:solidFill>
            <a:srgbClr val="F43F5E"/>
          </a:solidFill>
          <a:ln w="254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 11"/>
          <p:cNvSpPr/>
          <p:nvPr/>
        </p:nvSpPr>
        <p:spPr>
          <a:xfrm>
            <a:off x="685800" y="19386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Step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12"/>
          <p:cNvSpPr/>
          <p:nvPr/>
        </p:nvSpPr>
        <p:spPr>
          <a:xfrm>
            <a:off x="2971800" y="1920240"/>
            <a:ext cx="2285640" cy="2011320"/>
          </a:xfrm>
          <a:prstGeom prst="roundRect">
            <a:avLst>
              <a:gd name="adj" fmla="val 4545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Shape 13"/>
          <p:cNvSpPr/>
          <p:nvPr/>
        </p:nvSpPr>
        <p:spPr>
          <a:xfrm flipV="1">
            <a:off x="4105440" y="2194560"/>
            <a:ext cx="360" cy="164592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14"/>
          <p:cNvSpPr/>
          <p:nvPr/>
        </p:nvSpPr>
        <p:spPr>
          <a:xfrm>
            <a:off x="3063240" y="3429000"/>
            <a:ext cx="208476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Shape 15"/>
          <p:cNvSpPr/>
          <p:nvPr/>
        </p:nvSpPr>
        <p:spPr>
          <a:xfrm flipV="1">
            <a:off x="3063240" y="3408480"/>
            <a:ext cx="17280" cy="7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16"/>
          <p:cNvSpPr/>
          <p:nvPr/>
        </p:nvSpPr>
        <p:spPr>
          <a:xfrm flipV="1">
            <a:off x="3080520" y="340740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17"/>
          <p:cNvSpPr/>
          <p:nvPr/>
        </p:nvSpPr>
        <p:spPr>
          <a:xfrm flipV="1">
            <a:off x="3097800" y="340632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Shape 18"/>
          <p:cNvSpPr/>
          <p:nvPr/>
        </p:nvSpPr>
        <p:spPr>
          <a:xfrm flipV="1">
            <a:off x="3115080" y="3405240"/>
            <a:ext cx="1764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Shape 19"/>
          <p:cNvSpPr/>
          <p:nvPr/>
        </p:nvSpPr>
        <p:spPr>
          <a:xfrm flipV="1">
            <a:off x="3132720" y="340416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20"/>
          <p:cNvSpPr/>
          <p:nvPr/>
        </p:nvSpPr>
        <p:spPr>
          <a:xfrm flipV="1">
            <a:off x="3150000" y="340308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Shape 21"/>
          <p:cNvSpPr/>
          <p:nvPr/>
        </p:nvSpPr>
        <p:spPr>
          <a:xfrm flipV="1">
            <a:off x="3167280" y="340164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22"/>
          <p:cNvSpPr/>
          <p:nvPr/>
        </p:nvSpPr>
        <p:spPr>
          <a:xfrm flipV="1">
            <a:off x="3184560" y="3400200"/>
            <a:ext cx="1764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23"/>
          <p:cNvSpPr/>
          <p:nvPr/>
        </p:nvSpPr>
        <p:spPr>
          <a:xfrm flipV="1">
            <a:off x="3202200" y="339912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24"/>
          <p:cNvSpPr/>
          <p:nvPr/>
        </p:nvSpPr>
        <p:spPr>
          <a:xfrm flipV="1">
            <a:off x="3219480" y="339768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25"/>
          <p:cNvSpPr/>
          <p:nvPr/>
        </p:nvSpPr>
        <p:spPr>
          <a:xfrm flipV="1">
            <a:off x="3236760" y="339624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26"/>
          <p:cNvSpPr/>
          <p:nvPr/>
        </p:nvSpPr>
        <p:spPr>
          <a:xfrm flipV="1">
            <a:off x="3254040" y="3394440"/>
            <a:ext cx="17640" cy="18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27"/>
          <p:cNvSpPr/>
          <p:nvPr/>
        </p:nvSpPr>
        <p:spPr>
          <a:xfrm flipV="1">
            <a:off x="3271680" y="339300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28"/>
          <p:cNvSpPr/>
          <p:nvPr/>
        </p:nvSpPr>
        <p:spPr>
          <a:xfrm flipV="1">
            <a:off x="3288960" y="3391200"/>
            <a:ext cx="17280" cy="18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29"/>
          <p:cNvSpPr/>
          <p:nvPr/>
        </p:nvSpPr>
        <p:spPr>
          <a:xfrm flipV="1">
            <a:off x="3306240" y="338976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Shape 30"/>
          <p:cNvSpPr/>
          <p:nvPr/>
        </p:nvSpPr>
        <p:spPr>
          <a:xfrm flipV="1">
            <a:off x="3323520" y="3387600"/>
            <a:ext cx="1764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Shape 31"/>
          <p:cNvSpPr/>
          <p:nvPr/>
        </p:nvSpPr>
        <p:spPr>
          <a:xfrm flipV="1">
            <a:off x="3341160" y="3385800"/>
            <a:ext cx="17280" cy="18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32"/>
          <p:cNvSpPr/>
          <p:nvPr/>
        </p:nvSpPr>
        <p:spPr>
          <a:xfrm flipV="1">
            <a:off x="3358440" y="3384000"/>
            <a:ext cx="17280" cy="18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Shape 33"/>
          <p:cNvSpPr/>
          <p:nvPr/>
        </p:nvSpPr>
        <p:spPr>
          <a:xfrm flipV="1">
            <a:off x="3375720" y="3381840"/>
            <a:ext cx="1728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34"/>
          <p:cNvSpPr/>
          <p:nvPr/>
        </p:nvSpPr>
        <p:spPr>
          <a:xfrm flipV="1">
            <a:off x="3393000" y="3379680"/>
            <a:ext cx="1764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Shape 35"/>
          <p:cNvSpPr/>
          <p:nvPr/>
        </p:nvSpPr>
        <p:spPr>
          <a:xfrm flipV="1">
            <a:off x="3410640" y="3377520"/>
            <a:ext cx="1728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Shape 36"/>
          <p:cNvSpPr/>
          <p:nvPr/>
        </p:nvSpPr>
        <p:spPr>
          <a:xfrm flipV="1">
            <a:off x="3427920" y="3375360"/>
            <a:ext cx="1728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37"/>
          <p:cNvSpPr/>
          <p:nvPr/>
        </p:nvSpPr>
        <p:spPr>
          <a:xfrm flipV="1">
            <a:off x="3445200" y="3372840"/>
            <a:ext cx="17280" cy="25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38"/>
          <p:cNvSpPr/>
          <p:nvPr/>
        </p:nvSpPr>
        <p:spPr>
          <a:xfrm flipV="1">
            <a:off x="3462480" y="3370320"/>
            <a:ext cx="17640" cy="25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39"/>
          <p:cNvSpPr/>
          <p:nvPr/>
        </p:nvSpPr>
        <p:spPr>
          <a:xfrm flipV="1">
            <a:off x="3480120" y="3367800"/>
            <a:ext cx="17280" cy="25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Shape 40"/>
          <p:cNvSpPr/>
          <p:nvPr/>
        </p:nvSpPr>
        <p:spPr>
          <a:xfrm flipV="1">
            <a:off x="3497400" y="3365280"/>
            <a:ext cx="17280" cy="25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41"/>
          <p:cNvSpPr/>
          <p:nvPr/>
        </p:nvSpPr>
        <p:spPr>
          <a:xfrm flipV="1">
            <a:off x="3514680" y="3362400"/>
            <a:ext cx="17640" cy="28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42"/>
          <p:cNvSpPr/>
          <p:nvPr/>
        </p:nvSpPr>
        <p:spPr>
          <a:xfrm flipV="1">
            <a:off x="3532320" y="3359520"/>
            <a:ext cx="17280" cy="28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Shape 43"/>
          <p:cNvSpPr/>
          <p:nvPr/>
        </p:nvSpPr>
        <p:spPr>
          <a:xfrm flipV="1">
            <a:off x="3549600" y="3356640"/>
            <a:ext cx="17280" cy="28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Shape 44"/>
          <p:cNvSpPr/>
          <p:nvPr/>
        </p:nvSpPr>
        <p:spPr>
          <a:xfrm flipV="1">
            <a:off x="3566880" y="3353760"/>
            <a:ext cx="17280" cy="28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45"/>
          <p:cNvSpPr/>
          <p:nvPr/>
        </p:nvSpPr>
        <p:spPr>
          <a:xfrm flipV="1">
            <a:off x="3584160" y="3350520"/>
            <a:ext cx="17640" cy="32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Shape 46"/>
          <p:cNvSpPr/>
          <p:nvPr/>
        </p:nvSpPr>
        <p:spPr>
          <a:xfrm flipV="1">
            <a:off x="3601800" y="3347280"/>
            <a:ext cx="17280" cy="32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47"/>
          <p:cNvSpPr/>
          <p:nvPr/>
        </p:nvSpPr>
        <p:spPr>
          <a:xfrm flipV="1">
            <a:off x="3619080" y="3344040"/>
            <a:ext cx="17280" cy="32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Shape 48"/>
          <p:cNvSpPr/>
          <p:nvPr/>
        </p:nvSpPr>
        <p:spPr>
          <a:xfrm flipV="1">
            <a:off x="3636360" y="3340800"/>
            <a:ext cx="17280" cy="32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Shape 49"/>
          <p:cNvSpPr/>
          <p:nvPr/>
        </p:nvSpPr>
        <p:spPr>
          <a:xfrm flipV="1">
            <a:off x="3653640" y="3337200"/>
            <a:ext cx="17640" cy="36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Shape 50"/>
          <p:cNvSpPr/>
          <p:nvPr/>
        </p:nvSpPr>
        <p:spPr>
          <a:xfrm flipV="1">
            <a:off x="3671280" y="3333600"/>
            <a:ext cx="17280" cy="36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51"/>
          <p:cNvSpPr/>
          <p:nvPr/>
        </p:nvSpPr>
        <p:spPr>
          <a:xfrm flipV="1">
            <a:off x="3688560" y="3330000"/>
            <a:ext cx="17280" cy="36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Shape 52"/>
          <p:cNvSpPr/>
          <p:nvPr/>
        </p:nvSpPr>
        <p:spPr>
          <a:xfrm flipV="1">
            <a:off x="3705840" y="3326040"/>
            <a:ext cx="17280" cy="39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Shape 53"/>
          <p:cNvSpPr/>
          <p:nvPr/>
        </p:nvSpPr>
        <p:spPr>
          <a:xfrm flipV="1">
            <a:off x="3723120" y="3322080"/>
            <a:ext cx="17640" cy="39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Shape 54"/>
          <p:cNvSpPr/>
          <p:nvPr/>
        </p:nvSpPr>
        <p:spPr>
          <a:xfrm flipV="1">
            <a:off x="3740760" y="3318120"/>
            <a:ext cx="17280" cy="39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55"/>
          <p:cNvSpPr/>
          <p:nvPr/>
        </p:nvSpPr>
        <p:spPr>
          <a:xfrm flipV="1">
            <a:off x="3758040" y="3314160"/>
            <a:ext cx="17280" cy="39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Shape 56"/>
          <p:cNvSpPr/>
          <p:nvPr/>
        </p:nvSpPr>
        <p:spPr>
          <a:xfrm flipV="1">
            <a:off x="3775320" y="3309840"/>
            <a:ext cx="17280" cy="43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Shape 57"/>
          <p:cNvSpPr/>
          <p:nvPr/>
        </p:nvSpPr>
        <p:spPr>
          <a:xfrm flipV="1">
            <a:off x="3792600" y="3305520"/>
            <a:ext cx="17640" cy="43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Shape 58"/>
          <p:cNvSpPr/>
          <p:nvPr/>
        </p:nvSpPr>
        <p:spPr>
          <a:xfrm flipV="1">
            <a:off x="3810240" y="3301200"/>
            <a:ext cx="17280" cy="43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59"/>
          <p:cNvSpPr/>
          <p:nvPr/>
        </p:nvSpPr>
        <p:spPr>
          <a:xfrm flipV="1">
            <a:off x="3827520" y="3296880"/>
            <a:ext cx="17280" cy="43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Shape 60"/>
          <p:cNvSpPr/>
          <p:nvPr/>
        </p:nvSpPr>
        <p:spPr>
          <a:xfrm flipV="1">
            <a:off x="3844800" y="329220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Shape 61"/>
          <p:cNvSpPr/>
          <p:nvPr/>
        </p:nvSpPr>
        <p:spPr>
          <a:xfrm flipV="1">
            <a:off x="3862080" y="3287520"/>
            <a:ext cx="1764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Shape 62"/>
          <p:cNvSpPr/>
          <p:nvPr/>
        </p:nvSpPr>
        <p:spPr>
          <a:xfrm flipV="1">
            <a:off x="3879720" y="328284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63"/>
          <p:cNvSpPr/>
          <p:nvPr/>
        </p:nvSpPr>
        <p:spPr>
          <a:xfrm flipV="1">
            <a:off x="3897000" y="327816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64"/>
          <p:cNvSpPr/>
          <p:nvPr/>
        </p:nvSpPr>
        <p:spPr>
          <a:xfrm flipV="1">
            <a:off x="3914280" y="3273480"/>
            <a:ext cx="1764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65"/>
          <p:cNvSpPr/>
          <p:nvPr/>
        </p:nvSpPr>
        <p:spPr>
          <a:xfrm flipV="1">
            <a:off x="3931920" y="326844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Shape 66"/>
          <p:cNvSpPr/>
          <p:nvPr/>
        </p:nvSpPr>
        <p:spPr>
          <a:xfrm flipV="1">
            <a:off x="3949200" y="326376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Shape 67"/>
          <p:cNvSpPr/>
          <p:nvPr/>
        </p:nvSpPr>
        <p:spPr>
          <a:xfrm flipV="1">
            <a:off x="3966480" y="325872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Shape 68"/>
          <p:cNvSpPr/>
          <p:nvPr/>
        </p:nvSpPr>
        <p:spPr>
          <a:xfrm flipV="1">
            <a:off x="3983760" y="3253680"/>
            <a:ext cx="1764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Shape 69"/>
          <p:cNvSpPr/>
          <p:nvPr/>
        </p:nvSpPr>
        <p:spPr>
          <a:xfrm flipV="1">
            <a:off x="4001400" y="324864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Shape 70"/>
          <p:cNvSpPr/>
          <p:nvPr/>
        </p:nvSpPr>
        <p:spPr>
          <a:xfrm flipV="1">
            <a:off x="4018680" y="324360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Shape 71"/>
          <p:cNvSpPr/>
          <p:nvPr/>
        </p:nvSpPr>
        <p:spPr>
          <a:xfrm flipV="1">
            <a:off x="4035960" y="323856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Shape 72"/>
          <p:cNvSpPr/>
          <p:nvPr/>
        </p:nvSpPr>
        <p:spPr>
          <a:xfrm flipV="1">
            <a:off x="4053240" y="3233520"/>
            <a:ext cx="1764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Shape 73"/>
          <p:cNvSpPr/>
          <p:nvPr/>
        </p:nvSpPr>
        <p:spPr>
          <a:xfrm flipV="1">
            <a:off x="4070880" y="3228120"/>
            <a:ext cx="17280" cy="54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74"/>
          <p:cNvSpPr/>
          <p:nvPr/>
        </p:nvSpPr>
        <p:spPr>
          <a:xfrm flipV="1">
            <a:off x="4088160" y="322308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75"/>
          <p:cNvSpPr/>
          <p:nvPr/>
        </p:nvSpPr>
        <p:spPr>
          <a:xfrm flipV="1">
            <a:off x="4105440" y="321804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76"/>
          <p:cNvSpPr/>
          <p:nvPr/>
        </p:nvSpPr>
        <p:spPr>
          <a:xfrm flipV="1">
            <a:off x="4122720" y="3212640"/>
            <a:ext cx="17640" cy="54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77"/>
          <p:cNvSpPr/>
          <p:nvPr/>
        </p:nvSpPr>
        <p:spPr>
          <a:xfrm flipV="1">
            <a:off x="4140360" y="320760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78"/>
          <p:cNvSpPr/>
          <p:nvPr/>
        </p:nvSpPr>
        <p:spPr>
          <a:xfrm flipV="1">
            <a:off x="4157640" y="320256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Shape 79"/>
          <p:cNvSpPr/>
          <p:nvPr/>
        </p:nvSpPr>
        <p:spPr>
          <a:xfrm flipV="1">
            <a:off x="4174920" y="319752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80"/>
          <p:cNvSpPr/>
          <p:nvPr/>
        </p:nvSpPr>
        <p:spPr>
          <a:xfrm flipV="1">
            <a:off x="4192200" y="3192480"/>
            <a:ext cx="1764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Shape 81"/>
          <p:cNvSpPr/>
          <p:nvPr/>
        </p:nvSpPr>
        <p:spPr>
          <a:xfrm flipV="1">
            <a:off x="4209840" y="318744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Shape 82"/>
          <p:cNvSpPr/>
          <p:nvPr/>
        </p:nvSpPr>
        <p:spPr>
          <a:xfrm flipV="1">
            <a:off x="4227120" y="3182400"/>
            <a:ext cx="1728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Shape 83"/>
          <p:cNvSpPr/>
          <p:nvPr/>
        </p:nvSpPr>
        <p:spPr>
          <a:xfrm flipV="1">
            <a:off x="4244400" y="317772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Shape 84"/>
          <p:cNvSpPr/>
          <p:nvPr/>
        </p:nvSpPr>
        <p:spPr>
          <a:xfrm flipV="1">
            <a:off x="4261680" y="3172680"/>
            <a:ext cx="17640" cy="50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Shape 85"/>
          <p:cNvSpPr/>
          <p:nvPr/>
        </p:nvSpPr>
        <p:spPr>
          <a:xfrm flipV="1">
            <a:off x="4279320" y="316800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Shape 86"/>
          <p:cNvSpPr/>
          <p:nvPr/>
        </p:nvSpPr>
        <p:spPr>
          <a:xfrm flipV="1">
            <a:off x="4296600" y="316332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87"/>
          <p:cNvSpPr/>
          <p:nvPr/>
        </p:nvSpPr>
        <p:spPr>
          <a:xfrm flipV="1">
            <a:off x="4313880" y="315864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Shape 88"/>
          <p:cNvSpPr/>
          <p:nvPr/>
        </p:nvSpPr>
        <p:spPr>
          <a:xfrm flipV="1">
            <a:off x="4331160" y="3153960"/>
            <a:ext cx="1764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Shape 89"/>
          <p:cNvSpPr/>
          <p:nvPr/>
        </p:nvSpPr>
        <p:spPr>
          <a:xfrm flipV="1">
            <a:off x="4348800" y="3149280"/>
            <a:ext cx="17280" cy="46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Shape 90"/>
          <p:cNvSpPr/>
          <p:nvPr/>
        </p:nvSpPr>
        <p:spPr>
          <a:xfrm flipV="1">
            <a:off x="4366080" y="3144960"/>
            <a:ext cx="17280" cy="43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Shape 91"/>
          <p:cNvSpPr/>
          <p:nvPr/>
        </p:nvSpPr>
        <p:spPr>
          <a:xfrm flipV="1">
            <a:off x="4383360" y="3140640"/>
            <a:ext cx="17640" cy="43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92"/>
          <p:cNvSpPr/>
          <p:nvPr/>
        </p:nvSpPr>
        <p:spPr>
          <a:xfrm flipV="1">
            <a:off x="4401000" y="3136320"/>
            <a:ext cx="17280" cy="43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93"/>
          <p:cNvSpPr/>
          <p:nvPr/>
        </p:nvSpPr>
        <p:spPr>
          <a:xfrm flipV="1">
            <a:off x="4418280" y="3132000"/>
            <a:ext cx="17280" cy="43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94"/>
          <p:cNvSpPr/>
          <p:nvPr/>
        </p:nvSpPr>
        <p:spPr>
          <a:xfrm flipV="1">
            <a:off x="4435560" y="3128040"/>
            <a:ext cx="17280" cy="39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Shape 95"/>
          <p:cNvSpPr/>
          <p:nvPr/>
        </p:nvSpPr>
        <p:spPr>
          <a:xfrm flipV="1">
            <a:off x="4452840" y="3124080"/>
            <a:ext cx="17640" cy="39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Shape 96"/>
          <p:cNvSpPr/>
          <p:nvPr/>
        </p:nvSpPr>
        <p:spPr>
          <a:xfrm flipV="1">
            <a:off x="4470480" y="3120120"/>
            <a:ext cx="17280" cy="39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97"/>
          <p:cNvSpPr/>
          <p:nvPr/>
        </p:nvSpPr>
        <p:spPr>
          <a:xfrm flipV="1">
            <a:off x="4487760" y="3116160"/>
            <a:ext cx="17280" cy="39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Shape 98"/>
          <p:cNvSpPr/>
          <p:nvPr/>
        </p:nvSpPr>
        <p:spPr>
          <a:xfrm flipV="1">
            <a:off x="4505040" y="3112560"/>
            <a:ext cx="17280" cy="36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Shape 99"/>
          <p:cNvSpPr/>
          <p:nvPr/>
        </p:nvSpPr>
        <p:spPr>
          <a:xfrm flipV="1">
            <a:off x="4522320" y="3108960"/>
            <a:ext cx="17640" cy="36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Shape 100"/>
          <p:cNvSpPr/>
          <p:nvPr/>
        </p:nvSpPr>
        <p:spPr>
          <a:xfrm flipV="1">
            <a:off x="4539960" y="3105360"/>
            <a:ext cx="17280" cy="36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Shape 101"/>
          <p:cNvSpPr/>
          <p:nvPr/>
        </p:nvSpPr>
        <p:spPr>
          <a:xfrm flipV="1">
            <a:off x="4557240" y="3102120"/>
            <a:ext cx="17280" cy="32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Shape 102"/>
          <p:cNvSpPr/>
          <p:nvPr/>
        </p:nvSpPr>
        <p:spPr>
          <a:xfrm flipV="1">
            <a:off x="4574520" y="3098880"/>
            <a:ext cx="17280" cy="32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Shape 103"/>
          <p:cNvSpPr/>
          <p:nvPr/>
        </p:nvSpPr>
        <p:spPr>
          <a:xfrm flipV="1">
            <a:off x="4591800" y="3095640"/>
            <a:ext cx="17640" cy="32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Shape 104"/>
          <p:cNvSpPr/>
          <p:nvPr/>
        </p:nvSpPr>
        <p:spPr>
          <a:xfrm flipV="1">
            <a:off x="4609440" y="3092400"/>
            <a:ext cx="17280" cy="32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Shape 105"/>
          <p:cNvSpPr/>
          <p:nvPr/>
        </p:nvSpPr>
        <p:spPr>
          <a:xfrm flipV="1">
            <a:off x="4626720" y="3089520"/>
            <a:ext cx="17280" cy="28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Shape 106"/>
          <p:cNvSpPr/>
          <p:nvPr/>
        </p:nvSpPr>
        <p:spPr>
          <a:xfrm flipV="1">
            <a:off x="4644000" y="3086640"/>
            <a:ext cx="17280" cy="28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Shape 107"/>
          <p:cNvSpPr/>
          <p:nvPr/>
        </p:nvSpPr>
        <p:spPr>
          <a:xfrm flipV="1">
            <a:off x="4661280" y="3083760"/>
            <a:ext cx="17640" cy="28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Shape 108"/>
          <p:cNvSpPr/>
          <p:nvPr/>
        </p:nvSpPr>
        <p:spPr>
          <a:xfrm flipV="1">
            <a:off x="4678920" y="3080880"/>
            <a:ext cx="17280" cy="28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Shape 109"/>
          <p:cNvSpPr/>
          <p:nvPr/>
        </p:nvSpPr>
        <p:spPr>
          <a:xfrm flipV="1">
            <a:off x="4696200" y="3078360"/>
            <a:ext cx="17280" cy="25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Shape 110"/>
          <p:cNvSpPr/>
          <p:nvPr/>
        </p:nvSpPr>
        <p:spPr>
          <a:xfrm flipV="1">
            <a:off x="4713480" y="3075840"/>
            <a:ext cx="17280" cy="25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Shape 111"/>
          <p:cNvSpPr/>
          <p:nvPr/>
        </p:nvSpPr>
        <p:spPr>
          <a:xfrm flipV="1">
            <a:off x="4730760" y="3073320"/>
            <a:ext cx="17640" cy="25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Shape 112"/>
          <p:cNvSpPr/>
          <p:nvPr/>
        </p:nvSpPr>
        <p:spPr>
          <a:xfrm flipV="1">
            <a:off x="4748400" y="3070800"/>
            <a:ext cx="17280" cy="25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Shape 113"/>
          <p:cNvSpPr/>
          <p:nvPr/>
        </p:nvSpPr>
        <p:spPr>
          <a:xfrm flipV="1">
            <a:off x="4765680" y="3068640"/>
            <a:ext cx="1728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114"/>
          <p:cNvSpPr/>
          <p:nvPr/>
        </p:nvSpPr>
        <p:spPr>
          <a:xfrm flipV="1">
            <a:off x="4782960" y="3066480"/>
            <a:ext cx="1764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115"/>
          <p:cNvSpPr/>
          <p:nvPr/>
        </p:nvSpPr>
        <p:spPr>
          <a:xfrm flipV="1">
            <a:off x="4800600" y="3064320"/>
            <a:ext cx="1728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116"/>
          <p:cNvSpPr/>
          <p:nvPr/>
        </p:nvSpPr>
        <p:spPr>
          <a:xfrm flipV="1">
            <a:off x="4817880" y="3062160"/>
            <a:ext cx="1728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117"/>
          <p:cNvSpPr/>
          <p:nvPr/>
        </p:nvSpPr>
        <p:spPr>
          <a:xfrm flipV="1">
            <a:off x="4835160" y="3060360"/>
            <a:ext cx="17280" cy="18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Shape 118"/>
          <p:cNvSpPr/>
          <p:nvPr/>
        </p:nvSpPr>
        <p:spPr>
          <a:xfrm flipV="1">
            <a:off x="4852440" y="3058560"/>
            <a:ext cx="17640" cy="18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Shape 119"/>
          <p:cNvSpPr/>
          <p:nvPr/>
        </p:nvSpPr>
        <p:spPr>
          <a:xfrm flipV="1">
            <a:off x="4870080" y="3056400"/>
            <a:ext cx="17280" cy="21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Shape 120"/>
          <p:cNvSpPr/>
          <p:nvPr/>
        </p:nvSpPr>
        <p:spPr>
          <a:xfrm flipV="1">
            <a:off x="4887360" y="305496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Shape 121"/>
          <p:cNvSpPr/>
          <p:nvPr/>
        </p:nvSpPr>
        <p:spPr>
          <a:xfrm flipV="1">
            <a:off x="4904640" y="3053160"/>
            <a:ext cx="17280" cy="18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122"/>
          <p:cNvSpPr/>
          <p:nvPr/>
        </p:nvSpPr>
        <p:spPr>
          <a:xfrm flipV="1">
            <a:off x="4921920" y="3051720"/>
            <a:ext cx="1764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123"/>
          <p:cNvSpPr/>
          <p:nvPr/>
        </p:nvSpPr>
        <p:spPr>
          <a:xfrm flipV="1">
            <a:off x="4939560" y="3049920"/>
            <a:ext cx="17280" cy="180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Shape 124"/>
          <p:cNvSpPr/>
          <p:nvPr/>
        </p:nvSpPr>
        <p:spPr>
          <a:xfrm flipV="1">
            <a:off x="4956840" y="304848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Shape 125"/>
          <p:cNvSpPr/>
          <p:nvPr/>
        </p:nvSpPr>
        <p:spPr>
          <a:xfrm flipV="1">
            <a:off x="4974120" y="304704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126"/>
          <p:cNvSpPr/>
          <p:nvPr/>
        </p:nvSpPr>
        <p:spPr>
          <a:xfrm flipV="1">
            <a:off x="4991400" y="3045960"/>
            <a:ext cx="1764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127"/>
          <p:cNvSpPr/>
          <p:nvPr/>
        </p:nvSpPr>
        <p:spPr>
          <a:xfrm flipV="1">
            <a:off x="5009040" y="304452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128"/>
          <p:cNvSpPr/>
          <p:nvPr/>
        </p:nvSpPr>
        <p:spPr>
          <a:xfrm flipV="1">
            <a:off x="5026320" y="3043080"/>
            <a:ext cx="17280" cy="14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Shape 129"/>
          <p:cNvSpPr/>
          <p:nvPr/>
        </p:nvSpPr>
        <p:spPr>
          <a:xfrm flipV="1">
            <a:off x="5043600" y="304200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Shape 130"/>
          <p:cNvSpPr/>
          <p:nvPr/>
        </p:nvSpPr>
        <p:spPr>
          <a:xfrm flipV="1">
            <a:off x="5060880" y="3040920"/>
            <a:ext cx="1764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131"/>
          <p:cNvSpPr/>
          <p:nvPr/>
        </p:nvSpPr>
        <p:spPr>
          <a:xfrm flipV="1">
            <a:off x="5078520" y="303984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132"/>
          <p:cNvSpPr/>
          <p:nvPr/>
        </p:nvSpPr>
        <p:spPr>
          <a:xfrm flipV="1">
            <a:off x="5095800" y="303876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Shape 133"/>
          <p:cNvSpPr/>
          <p:nvPr/>
        </p:nvSpPr>
        <p:spPr>
          <a:xfrm flipV="1">
            <a:off x="5113080" y="3037680"/>
            <a:ext cx="17280" cy="108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Shape 134"/>
          <p:cNvSpPr/>
          <p:nvPr/>
        </p:nvSpPr>
        <p:spPr>
          <a:xfrm flipV="1">
            <a:off x="5130360" y="3036960"/>
            <a:ext cx="17640" cy="72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135"/>
          <p:cNvSpPr/>
          <p:nvPr/>
        </p:nvSpPr>
        <p:spPr>
          <a:xfrm>
            <a:off x="3063240" y="19386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Sigmoid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Shape 136"/>
          <p:cNvSpPr/>
          <p:nvPr/>
        </p:nvSpPr>
        <p:spPr>
          <a:xfrm>
            <a:off x="5349240" y="1920240"/>
            <a:ext cx="2285640" cy="2011320"/>
          </a:xfrm>
          <a:prstGeom prst="roundRect">
            <a:avLst>
              <a:gd name="adj" fmla="val 4545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137"/>
          <p:cNvSpPr/>
          <p:nvPr/>
        </p:nvSpPr>
        <p:spPr>
          <a:xfrm flipV="1">
            <a:off x="6482880" y="2194560"/>
            <a:ext cx="360" cy="164592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Shape 138"/>
          <p:cNvSpPr/>
          <p:nvPr/>
        </p:nvSpPr>
        <p:spPr>
          <a:xfrm>
            <a:off x="5440680" y="3429000"/>
            <a:ext cx="208476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Shape 139"/>
          <p:cNvSpPr/>
          <p:nvPr/>
        </p:nvSpPr>
        <p:spPr>
          <a:xfrm>
            <a:off x="544068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Shape 140"/>
          <p:cNvSpPr/>
          <p:nvPr/>
        </p:nvSpPr>
        <p:spPr>
          <a:xfrm>
            <a:off x="54579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Shape 141"/>
          <p:cNvSpPr/>
          <p:nvPr/>
        </p:nvSpPr>
        <p:spPr>
          <a:xfrm>
            <a:off x="54752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142"/>
          <p:cNvSpPr/>
          <p:nvPr/>
        </p:nvSpPr>
        <p:spPr>
          <a:xfrm>
            <a:off x="549252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Shape 143"/>
          <p:cNvSpPr/>
          <p:nvPr/>
        </p:nvSpPr>
        <p:spPr>
          <a:xfrm>
            <a:off x="55101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Shape 144"/>
          <p:cNvSpPr/>
          <p:nvPr/>
        </p:nvSpPr>
        <p:spPr>
          <a:xfrm>
            <a:off x="55274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Shape 145"/>
          <p:cNvSpPr/>
          <p:nvPr/>
        </p:nvSpPr>
        <p:spPr>
          <a:xfrm>
            <a:off x="55447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Shape 146"/>
          <p:cNvSpPr/>
          <p:nvPr/>
        </p:nvSpPr>
        <p:spPr>
          <a:xfrm>
            <a:off x="556200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Shape 147"/>
          <p:cNvSpPr/>
          <p:nvPr/>
        </p:nvSpPr>
        <p:spPr>
          <a:xfrm>
            <a:off x="55796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Shape 148"/>
          <p:cNvSpPr/>
          <p:nvPr/>
        </p:nvSpPr>
        <p:spPr>
          <a:xfrm>
            <a:off x="55969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Shape 149"/>
          <p:cNvSpPr/>
          <p:nvPr/>
        </p:nvSpPr>
        <p:spPr>
          <a:xfrm>
            <a:off x="561420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Shape 150"/>
          <p:cNvSpPr/>
          <p:nvPr/>
        </p:nvSpPr>
        <p:spPr>
          <a:xfrm>
            <a:off x="563148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Shape 151"/>
          <p:cNvSpPr/>
          <p:nvPr/>
        </p:nvSpPr>
        <p:spPr>
          <a:xfrm>
            <a:off x="56491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152"/>
          <p:cNvSpPr/>
          <p:nvPr/>
        </p:nvSpPr>
        <p:spPr>
          <a:xfrm>
            <a:off x="566640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Shape 153"/>
          <p:cNvSpPr/>
          <p:nvPr/>
        </p:nvSpPr>
        <p:spPr>
          <a:xfrm>
            <a:off x="568368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Shape 154"/>
          <p:cNvSpPr/>
          <p:nvPr/>
        </p:nvSpPr>
        <p:spPr>
          <a:xfrm>
            <a:off x="570096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Shape 155"/>
          <p:cNvSpPr/>
          <p:nvPr/>
        </p:nvSpPr>
        <p:spPr>
          <a:xfrm>
            <a:off x="571860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Shape 156"/>
          <p:cNvSpPr/>
          <p:nvPr/>
        </p:nvSpPr>
        <p:spPr>
          <a:xfrm>
            <a:off x="573588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Shape 157"/>
          <p:cNvSpPr/>
          <p:nvPr/>
        </p:nvSpPr>
        <p:spPr>
          <a:xfrm>
            <a:off x="57531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158"/>
          <p:cNvSpPr/>
          <p:nvPr/>
        </p:nvSpPr>
        <p:spPr>
          <a:xfrm>
            <a:off x="577044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Shape 159"/>
          <p:cNvSpPr/>
          <p:nvPr/>
        </p:nvSpPr>
        <p:spPr>
          <a:xfrm>
            <a:off x="578808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Shape 160"/>
          <p:cNvSpPr/>
          <p:nvPr/>
        </p:nvSpPr>
        <p:spPr>
          <a:xfrm>
            <a:off x="58053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Shape 161"/>
          <p:cNvSpPr/>
          <p:nvPr/>
        </p:nvSpPr>
        <p:spPr>
          <a:xfrm>
            <a:off x="58226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Shape 162"/>
          <p:cNvSpPr/>
          <p:nvPr/>
        </p:nvSpPr>
        <p:spPr>
          <a:xfrm>
            <a:off x="583992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163"/>
          <p:cNvSpPr/>
          <p:nvPr/>
        </p:nvSpPr>
        <p:spPr>
          <a:xfrm>
            <a:off x="58575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164"/>
          <p:cNvSpPr/>
          <p:nvPr/>
        </p:nvSpPr>
        <p:spPr>
          <a:xfrm>
            <a:off x="58748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Shape 165"/>
          <p:cNvSpPr/>
          <p:nvPr/>
        </p:nvSpPr>
        <p:spPr>
          <a:xfrm>
            <a:off x="589212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166"/>
          <p:cNvSpPr/>
          <p:nvPr/>
        </p:nvSpPr>
        <p:spPr>
          <a:xfrm>
            <a:off x="59097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Shape 167"/>
          <p:cNvSpPr/>
          <p:nvPr/>
        </p:nvSpPr>
        <p:spPr>
          <a:xfrm>
            <a:off x="59270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Shape 168"/>
          <p:cNvSpPr/>
          <p:nvPr/>
        </p:nvSpPr>
        <p:spPr>
          <a:xfrm>
            <a:off x="59443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Shape 169"/>
          <p:cNvSpPr/>
          <p:nvPr/>
        </p:nvSpPr>
        <p:spPr>
          <a:xfrm>
            <a:off x="596160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Shape 170"/>
          <p:cNvSpPr/>
          <p:nvPr/>
        </p:nvSpPr>
        <p:spPr>
          <a:xfrm>
            <a:off x="59792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Shape 171"/>
          <p:cNvSpPr/>
          <p:nvPr/>
        </p:nvSpPr>
        <p:spPr>
          <a:xfrm>
            <a:off x="59965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172"/>
          <p:cNvSpPr/>
          <p:nvPr/>
        </p:nvSpPr>
        <p:spPr>
          <a:xfrm>
            <a:off x="601380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Shape 173"/>
          <p:cNvSpPr/>
          <p:nvPr/>
        </p:nvSpPr>
        <p:spPr>
          <a:xfrm>
            <a:off x="603108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Shape 174"/>
          <p:cNvSpPr/>
          <p:nvPr/>
        </p:nvSpPr>
        <p:spPr>
          <a:xfrm>
            <a:off x="60487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Shape 175"/>
          <p:cNvSpPr/>
          <p:nvPr/>
        </p:nvSpPr>
        <p:spPr>
          <a:xfrm>
            <a:off x="606600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Shape 176"/>
          <p:cNvSpPr/>
          <p:nvPr/>
        </p:nvSpPr>
        <p:spPr>
          <a:xfrm>
            <a:off x="608328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Shape 177"/>
          <p:cNvSpPr/>
          <p:nvPr/>
        </p:nvSpPr>
        <p:spPr>
          <a:xfrm>
            <a:off x="610056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Shape 178"/>
          <p:cNvSpPr/>
          <p:nvPr/>
        </p:nvSpPr>
        <p:spPr>
          <a:xfrm>
            <a:off x="611820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Shape 179"/>
          <p:cNvSpPr/>
          <p:nvPr/>
        </p:nvSpPr>
        <p:spPr>
          <a:xfrm>
            <a:off x="613548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Shape 180"/>
          <p:cNvSpPr/>
          <p:nvPr/>
        </p:nvSpPr>
        <p:spPr>
          <a:xfrm>
            <a:off x="61527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181"/>
          <p:cNvSpPr/>
          <p:nvPr/>
        </p:nvSpPr>
        <p:spPr>
          <a:xfrm>
            <a:off x="617004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Shape 182"/>
          <p:cNvSpPr/>
          <p:nvPr/>
        </p:nvSpPr>
        <p:spPr>
          <a:xfrm>
            <a:off x="618768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Shape 183"/>
          <p:cNvSpPr/>
          <p:nvPr/>
        </p:nvSpPr>
        <p:spPr>
          <a:xfrm>
            <a:off x="62049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Shape 184"/>
          <p:cNvSpPr/>
          <p:nvPr/>
        </p:nvSpPr>
        <p:spPr>
          <a:xfrm>
            <a:off x="62222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Shape 185"/>
          <p:cNvSpPr/>
          <p:nvPr/>
        </p:nvSpPr>
        <p:spPr>
          <a:xfrm>
            <a:off x="623952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186"/>
          <p:cNvSpPr/>
          <p:nvPr/>
        </p:nvSpPr>
        <p:spPr>
          <a:xfrm>
            <a:off x="62571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Shape 187"/>
          <p:cNvSpPr/>
          <p:nvPr/>
        </p:nvSpPr>
        <p:spPr>
          <a:xfrm>
            <a:off x="62744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Shape 188"/>
          <p:cNvSpPr/>
          <p:nvPr/>
        </p:nvSpPr>
        <p:spPr>
          <a:xfrm>
            <a:off x="629172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Shape 189"/>
          <p:cNvSpPr/>
          <p:nvPr/>
        </p:nvSpPr>
        <p:spPr>
          <a:xfrm>
            <a:off x="630936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190"/>
          <p:cNvSpPr/>
          <p:nvPr/>
        </p:nvSpPr>
        <p:spPr>
          <a:xfrm>
            <a:off x="63266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Shape 191"/>
          <p:cNvSpPr/>
          <p:nvPr/>
        </p:nvSpPr>
        <p:spPr>
          <a:xfrm>
            <a:off x="63439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Shape 192"/>
          <p:cNvSpPr/>
          <p:nvPr/>
        </p:nvSpPr>
        <p:spPr>
          <a:xfrm>
            <a:off x="636120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193"/>
          <p:cNvSpPr/>
          <p:nvPr/>
        </p:nvSpPr>
        <p:spPr>
          <a:xfrm>
            <a:off x="637884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Shape 194"/>
          <p:cNvSpPr/>
          <p:nvPr/>
        </p:nvSpPr>
        <p:spPr>
          <a:xfrm>
            <a:off x="63961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Shape 195"/>
          <p:cNvSpPr/>
          <p:nvPr/>
        </p:nvSpPr>
        <p:spPr>
          <a:xfrm>
            <a:off x="641340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Shape 196"/>
          <p:cNvSpPr/>
          <p:nvPr/>
        </p:nvSpPr>
        <p:spPr>
          <a:xfrm>
            <a:off x="6430680" y="3429000"/>
            <a:ext cx="176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7" name="Shape 197"/>
          <p:cNvSpPr/>
          <p:nvPr/>
        </p:nvSpPr>
        <p:spPr>
          <a:xfrm>
            <a:off x="644832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Shape 198"/>
          <p:cNvSpPr/>
          <p:nvPr/>
        </p:nvSpPr>
        <p:spPr>
          <a:xfrm>
            <a:off x="6465600" y="3429000"/>
            <a:ext cx="1728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Shape 199"/>
          <p:cNvSpPr/>
          <p:nvPr/>
        </p:nvSpPr>
        <p:spPr>
          <a:xfrm flipV="1">
            <a:off x="6482880" y="3408120"/>
            <a:ext cx="172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Shape 200"/>
          <p:cNvSpPr/>
          <p:nvPr/>
        </p:nvSpPr>
        <p:spPr>
          <a:xfrm flipV="1">
            <a:off x="6500160" y="338760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Shape 201"/>
          <p:cNvSpPr/>
          <p:nvPr/>
        </p:nvSpPr>
        <p:spPr>
          <a:xfrm flipV="1">
            <a:off x="6517800" y="336708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Shape 202"/>
          <p:cNvSpPr/>
          <p:nvPr/>
        </p:nvSpPr>
        <p:spPr>
          <a:xfrm flipV="1">
            <a:off x="6535080" y="334656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Shape 203"/>
          <p:cNvSpPr/>
          <p:nvPr/>
        </p:nvSpPr>
        <p:spPr>
          <a:xfrm flipV="1">
            <a:off x="6552360" y="332604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Shape 204"/>
          <p:cNvSpPr/>
          <p:nvPr/>
        </p:nvSpPr>
        <p:spPr>
          <a:xfrm flipV="1">
            <a:off x="6569640" y="330552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Shape 205"/>
          <p:cNvSpPr/>
          <p:nvPr/>
        </p:nvSpPr>
        <p:spPr>
          <a:xfrm flipV="1">
            <a:off x="6587280" y="3284640"/>
            <a:ext cx="172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206"/>
          <p:cNvSpPr/>
          <p:nvPr/>
        </p:nvSpPr>
        <p:spPr>
          <a:xfrm flipV="1">
            <a:off x="6604560" y="32641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Shape 207"/>
          <p:cNvSpPr/>
          <p:nvPr/>
        </p:nvSpPr>
        <p:spPr>
          <a:xfrm flipV="1">
            <a:off x="6621840" y="324360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Shape 208"/>
          <p:cNvSpPr/>
          <p:nvPr/>
        </p:nvSpPr>
        <p:spPr>
          <a:xfrm flipV="1">
            <a:off x="6639120" y="322308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Shape 209"/>
          <p:cNvSpPr/>
          <p:nvPr/>
        </p:nvSpPr>
        <p:spPr>
          <a:xfrm flipV="1">
            <a:off x="6656760" y="320256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Shape 210"/>
          <p:cNvSpPr/>
          <p:nvPr/>
        </p:nvSpPr>
        <p:spPr>
          <a:xfrm flipV="1">
            <a:off x="6674040" y="318204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Shape 211"/>
          <p:cNvSpPr/>
          <p:nvPr/>
        </p:nvSpPr>
        <p:spPr>
          <a:xfrm flipV="1">
            <a:off x="6691320" y="31615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Shape 212"/>
          <p:cNvSpPr/>
          <p:nvPr/>
        </p:nvSpPr>
        <p:spPr>
          <a:xfrm flipV="1">
            <a:off x="6708600" y="3140640"/>
            <a:ext cx="1764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Shape 213"/>
          <p:cNvSpPr/>
          <p:nvPr/>
        </p:nvSpPr>
        <p:spPr>
          <a:xfrm flipV="1">
            <a:off x="6726240" y="31201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Shape 214"/>
          <p:cNvSpPr/>
          <p:nvPr/>
        </p:nvSpPr>
        <p:spPr>
          <a:xfrm flipV="1">
            <a:off x="6743520" y="309960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Shape 215"/>
          <p:cNvSpPr/>
          <p:nvPr/>
        </p:nvSpPr>
        <p:spPr>
          <a:xfrm flipV="1">
            <a:off x="6760800" y="307908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Shape 216"/>
          <p:cNvSpPr/>
          <p:nvPr/>
        </p:nvSpPr>
        <p:spPr>
          <a:xfrm flipV="1">
            <a:off x="6778440" y="305856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Shape 217"/>
          <p:cNvSpPr/>
          <p:nvPr/>
        </p:nvSpPr>
        <p:spPr>
          <a:xfrm flipV="1">
            <a:off x="6795720" y="303804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Shape 218"/>
          <p:cNvSpPr/>
          <p:nvPr/>
        </p:nvSpPr>
        <p:spPr>
          <a:xfrm flipV="1">
            <a:off x="6813000" y="30175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Shape 219"/>
          <p:cNvSpPr/>
          <p:nvPr/>
        </p:nvSpPr>
        <p:spPr>
          <a:xfrm flipV="1">
            <a:off x="6830280" y="2996640"/>
            <a:ext cx="1764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Shape 220"/>
          <p:cNvSpPr/>
          <p:nvPr/>
        </p:nvSpPr>
        <p:spPr>
          <a:xfrm flipV="1">
            <a:off x="6847920" y="29761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Shape 221"/>
          <p:cNvSpPr/>
          <p:nvPr/>
        </p:nvSpPr>
        <p:spPr>
          <a:xfrm flipV="1">
            <a:off x="6865200" y="295560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Shape 222"/>
          <p:cNvSpPr/>
          <p:nvPr/>
        </p:nvSpPr>
        <p:spPr>
          <a:xfrm flipV="1">
            <a:off x="6882480" y="293508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Shape 223"/>
          <p:cNvSpPr/>
          <p:nvPr/>
        </p:nvSpPr>
        <p:spPr>
          <a:xfrm flipV="1">
            <a:off x="6899760" y="291456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Shape 224"/>
          <p:cNvSpPr/>
          <p:nvPr/>
        </p:nvSpPr>
        <p:spPr>
          <a:xfrm flipV="1">
            <a:off x="6917400" y="289404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Shape 225"/>
          <p:cNvSpPr/>
          <p:nvPr/>
        </p:nvSpPr>
        <p:spPr>
          <a:xfrm flipV="1">
            <a:off x="6934680" y="2873160"/>
            <a:ext cx="172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Shape 226"/>
          <p:cNvSpPr/>
          <p:nvPr/>
        </p:nvSpPr>
        <p:spPr>
          <a:xfrm flipV="1">
            <a:off x="6951960" y="285264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Shape 227"/>
          <p:cNvSpPr/>
          <p:nvPr/>
        </p:nvSpPr>
        <p:spPr>
          <a:xfrm flipV="1">
            <a:off x="6969240" y="283212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Shape 228"/>
          <p:cNvSpPr/>
          <p:nvPr/>
        </p:nvSpPr>
        <p:spPr>
          <a:xfrm flipV="1">
            <a:off x="6986880" y="281160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Shape 229"/>
          <p:cNvSpPr/>
          <p:nvPr/>
        </p:nvSpPr>
        <p:spPr>
          <a:xfrm flipV="1">
            <a:off x="7004160" y="279108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Shape 230"/>
          <p:cNvSpPr/>
          <p:nvPr/>
        </p:nvSpPr>
        <p:spPr>
          <a:xfrm flipV="1">
            <a:off x="7021440" y="277056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Shape 231"/>
          <p:cNvSpPr/>
          <p:nvPr/>
        </p:nvSpPr>
        <p:spPr>
          <a:xfrm flipV="1">
            <a:off x="7038720" y="275004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Shape 232"/>
          <p:cNvSpPr/>
          <p:nvPr/>
        </p:nvSpPr>
        <p:spPr>
          <a:xfrm flipV="1">
            <a:off x="7056360" y="2729160"/>
            <a:ext cx="172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Shape 233"/>
          <p:cNvSpPr/>
          <p:nvPr/>
        </p:nvSpPr>
        <p:spPr>
          <a:xfrm flipV="1">
            <a:off x="7073640" y="270864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Shape 234"/>
          <p:cNvSpPr/>
          <p:nvPr/>
        </p:nvSpPr>
        <p:spPr>
          <a:xfrm flipV="1">
            <a:off x="7090920" y="26881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Shape 235"/>
          <p:cNvSpPr/>
          <p:nvPr/>
        </p:nvSpPr>
        <p:spPr>
          <a:xfrm flipV="1">
            <a:off x="7108200" y="266760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Shape 236"/>
          <p:cNvSpPr/>
          <p:nvPr/>
        </p:nvSpPr>
        <p:spPr>
          <a:xfrm flipV="1">
            <a:off x="7125840" y="264708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Shape 237"/>
          <p:cNvSpPr/>
          <p:nvPr/>
        </p:nvSpPr>
        <p:spPr>
          <a:xfrm flipV="1">
            <a:off x="7143120" y="262656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Shape 238"/>
          <p:cNvSpPr/>
          <p:nvPr/>
        </p:nvSpPr>
        <p:spPr>
          <a:xfrm flipV="1">
            <a:off x="7160400" y="260604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Shape 239"/>
          <p:cNvSpPr/>
          <p:nvPr/>
        </p:nvSpPr>
        <p:spPr>
          <a:xfrm flipV="1">
            <a:off x="7178040" y="2585160"/>
            <a:ext cx="172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Shape 240"/>
          <p:cNvSpPr/>
          <p:nvPr/>
        </p:nvSpPr>
        <p:spPr>
          <a:xfrm flipV="1">
            <a:off x="7195320" y="256464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Shape 241"/>
          <p:cNvSpPr/>
          <p:nvPr/>
        </p:nvSpPr>
        <p:spPr>
          <a:xfrm flipV="1">
            <a:off x="7212600" y="25441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Shape 242"/>
          <p:cNvSpPr/>
          <p:nvPr/>
        </p:nvSpPr>
        <p:spPr>
          <a:xfrm flipV="1">
            <a:off x="7229880" y="252360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Shape 243"/>
          <p:cNvSpPr/>
          <p:nvPr/>
        </p:nvSpPr>
        <p:spPr>
          <a:xfrm flipV="1">
            <a:off x="7247520" y="250308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Shape 244"/>
          <p:cNvSpPr/>
          <p:nvPr/>
        </p:nvSpPr>
        <p:spPr>
          <a:xfrm flipV="1">
            <a:off x="7264800" y="248256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Shape 245"/>
          <p:cNvSpPr/>
          <p:nvPr/>
        </p:nvSpPr>
        <p:spPr>
          <a:xfrm flipV="1">
            <a:off x="7282080" y="2461680"/>
            <a:ext cx="172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Shape 246"/>
          <p:cNvSpPr/>
          <p:nvPr/>
        </p:nvSpPr>
        <p:spPr>
          <a:xfrm flipV="1">
            <a:off x="7299360" y="244116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Shape 247"/>
          <p:cNvSpPr/>
          <p:nvPr/>
        </p:nvSpPr>
        <p:spPr>
          <a:xfrm flipV="1">
            <a:off x="7317000" y="242064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Shape 248"/>
          <p:cNvSpPr/>
          <p:nvPr/>
        </p:nvSpPr>
        <p:spPr>
          <a:xfrm flipV="1">
            <a:off x="7334280" y="24001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Shape 249"/>
          <p:cNvSpPr/>
          <p:nvPr/>
        </p:nvSpPr>
        <p:spPr>
          <a:xfrm flipV="1">
            <a:off x="7351560" y="237960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Shape 250"/>
          <p:cNvSpPr/>
          <p:nvPr/>
        </p:nvSpPr>
        <p:spPr>
          <a:xfrm flipV="1">
            <a:off x="7368840" y="235908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Shape 251"/>
          <p:cNvSpPr/>
          <p:nvPr/>
        </p:nvSpPr>
        <p:spPr>
          <a:xfrm flipV="1">
            <a:off x="7386480" y="233856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Shape 252"/>
          <p:cNvSpPr/>
          <p:nvPr/>
        </p:nvSpPr>
        <p:spPr>
          <a:xfrm flipV="1">
            <a:off x="7403760" y="2317680"/>
            <a:ext cx="172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Shape 253"/>
          <p:cNvSpPr/>
          <p:nvPr/>
        </p:nvSpPr>
        <p:spPr>
          <a:xfrm flipV="1">
            <a:off x="7421040" y="229716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4" name="Shape 254"/>
          <p:cNvSpPr/>
          <p:nvPr/>
        </p:nvSpPr>
        <p:spPr>
          <a:xfrm flipV="1">
            <a:off x="7438320" y="227664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Shape 255"/>
          <p:cNvSpPr/>
          <p:nvPr/>
        </p:nvSpPr>
        <p:spPr>
          <a:xfrm flipV="1">
            <a:off x="7455960" y="225612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Shape 256"/>
          <p:cNvSpPr/>
          <p:nvPr/>
        </p:nvSpPr>
        <p:spPr>
          <a:xfrm flipV="1">
            <a:off x="7473240" y="223560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Shape 257"/>
          <p:cNvSpPr/>
          <p:nvPr/>
        </p:nvSpPr>
        <p:spPr>
          <a:xfrm flipV="1">
            <a:off x="7490520" y="2215080"/>
            <a:ext cx="172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Shape 258"/>
          <p:cNvSpPr/>
          <p:nvPr/>
        </p:nvSpPr>
        <p:spPr>
          <a:xfrm flipV="1">
            <a:off x="7507800" y="2194560"/>
            <a:ext cx="176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Text 259"/>
          <p:cNvSpPr/>
          <p:nvPr/>
        </p:nvSpPr>
        <p:spPr>
          <a:xfrm>
            <a:off x="5440680" y="19386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ReLU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Text 260"/>
          <p:cNvSpPr/>
          <p:nvPr/>
        </p:nvSpPr>
        <p:spPr>
          <a:xfrm>
            <a:off x="594360" y="411480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3F5E"/>
                </a:solidFill>
                <a:effectLst/>
                <a:uFillTx/>
                <a:latin typeface="Bricolage Grotesque"/>
                <a:ea typeface="Bricolage Grotesque"/>
              </a:rPr>
              <a:t>Jumps at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Slope is 0 almost everywhere — no learning signal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 261"/>
          <p:cNvSpPr/>
          <p:nvPr/>
        </p:nvSpPr>
        <p:spPr>
          <a:xfrm>
            <a:off x="2971800" y="411480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Smooth everywhere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Always has a usable slope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Text 262"/>
          <p:cNvSpPr/>
          <p:nvPr/>
        </p:nvSpPr>
        <p:spPr>
          <a:xfrm>
            <a:off x="5349240" y="4114800"/>
            <a:ext cx="2285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Kink at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Continuous; slope is 0 or 1 — trains well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Shape 263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Text 264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Smooth means trainable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first neural networks used the step function — and could not be trained by derivatives.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Swapping in smooth sigmoids made gradient-based learning possible.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ReLU is continuous with a single kink, and became the modern default.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8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9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Continuity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three conditions define continuity at a point?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f(x) = (x² − 1)/(x − 1) continuous at x = 1? Why or why not?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Sketch a function with a jump. Is it continuous there?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was the step activation replaced by sigmoid in early neural nets?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0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1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2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3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Derivatives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4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rate of change at a single instant — the central idea of the whole series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Average vs. Instantaneous Rate of Change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⏱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From “average speed” to “speedometer reading”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Average rate: change in output ÷ change in input over an interval (a trip’s average speed).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Instantaneous rate: the rate at exactly one moment (the speedometer).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Shrink the interval toward zero and the average rate becomes the instantaneous rate.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That instant rate is the derivative.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Secant Lines Become the Tangent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Shape 4"/>
          <p:cNvSpPr/>
          <p:nvPr/>
        </p:nvSpPr>
        <p:spPr>
          <a:xfrm flipV="1">
            <a:off x="8686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Shape 5"/>
          <p:cNvSpPr/>
          <p:nvPr/>
        </p:nvSpPr>
        <p:spPr>
          <a:xfrm flipV="1">
            <a:off x="306324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Shape 6"/>
          <p:cNvSpPr/>
          <p:nvPr/>
        </p:nvSpPr>
        <p:spPr>
          <a:xfrm flipV="1">
            <a:off x="416052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Shape 7"/>
          <p:cNvSpPr/>
          <p:nvPr/>
        </p:nvSpPr>
        <p:spPr>
          <a:xfrm flipV="1">
            <a:off x="525780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Shape 8"/>
          <p:cNvSpPr/>
          <p:nvPr/>
        </p:nvSpPr>
        <p:spPr>
          <a:xfrm flipV="1">
            <a:off x="63550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Shape 9"/>
          <p:cNvSpPr/>
          <p:nvPr/>
        </p:nvSpPr>
        <p:spPr>
          <a:xfrm>
            <a:off x="868680" y="589788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Shape 10"/>
          <p:cNvSpPr/>
          <p:nvPr/>
        </p:nvSpPr>
        <p:spPr>
          <a:xfrm>
            <a:off x="868680" y="507492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Shape 11"/>
          <p:cNvSpPr/>
          <p:nvPr/>
        </p:nvSpPr>
        <p:spPr>
          <a:xfrm>
            <a:off x="868680" y="466344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Shape 12"/>
          <p:cNvSpPr/>
          <p:nvPr/>
        </p:nvSpPr>
        <p:spPr>
          <a:xfrm>
            <a:off x="868680" y="425196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Shape 13"/>
          <p:cNvSpPr/>
          <p:nvPr/>
        </p:nvSpPr>
        <p:spPr>
          <a:xfrm>
            <a:off x="868680" y="384048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Shape 14"/>
          <p:cNvSpPr/>
          <p:nvPr/>
        </p:nvSpPr>
        <p:spPr>
          <a:xfrm>
            <a:off x="868680" y="342900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Shape 15"/>
          <p:cNvSpPr/>
          <p:nvPr/>
        </p:nvSpPr>
        <p:spPr>
          <a:xfrm>
            <a:off x="868680" y="301752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Shape 16"/>
          <p:cNvSpPr/>
          <p:nvPr/>
        </p:nvSpPr>
        <p:spPr>
          <a:xfrm>
            <a:off x="868680" y="260604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Shape 17"/>
          <p:cNvSpPr/>
          <p:nvPr/>
        </p:nvSpPr>
        <p:spPr>
          <a:xfrm>
            <a:off x="868680" y="219456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Shape 18"/>
          <p:cNvSpPr/>
          <p:nvPr/>
        </p:nvSpPr>
        <p:spPr>
          <a:xfrm>
            <a:off x="868680" y="178308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Shape 19"/>
          <p:cNvSpPr/>
          <p:nvPr/>
        </p:nvSpPr>
        <p:spPr>
          <a:xfrm flipV="1">
            <a:off x="1965960" y="1783080"/>
            <a:ext cx="360" cy="41148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Shape 20"/>
          <p:cNvSpPr/>
          <p:nvPr/>
        </p:nvSpPr>
        <p:spPr>
          <a:xfrm>
            <a:off x="868680" y="5486400"/>
            <a:ext cx="54864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Shape 21"/>
          <p:cNvSpPr/>
          <p:nvPr/>
        </p:nvSpPr>
        <p:spPr>
          <a:xfrm>
            <a:off x="868680" y="5074920"/>
            <a:ext cx="43560" cy="32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Shape 22"/>
          <p:cNvSpPr/>
          <p:nvPr/>
        </p:nvSpPr>
        <p:spPr>
          <a:xfrm>
            <a:off x="912240" y="5106960"/>
            <a:ext cx="43920" cy="30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Shape 23"/>
          <p:cNvSpPr/>
          <p:nvPr/>
        </p:nvSpPr>
        <p:spPr>
          <a:xfrm>
            <a:off x="956160" y="5137920"/>
            <a:ext cx="43920" cy="29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Shape 24"/>
          <p:cNvSpPr/>
          <p:nvPr/>
        </p:nvSpPr>
        <p:spPr>
          <a:xfrm>
            <a:off x="1000080" y="5167440"/>
            <a:ext cx="43920" cy="28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Shape 25"/>
          <p:cNvSpPr/>
          <p:nvPr/>
        </p:nvSpPr>
        <p:spPr>
          <a:xfrm>
            <a:off x="1044000" y="5195880"/>
            <a:ext cx="43920" cy="27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Shape 26"/>
          <p:cNvSpPr/>
          <p:nvPr/>
        </p:nvSpPr>
        <p:spPr>
          <a:xfrm>
            <a:off x="1087920" y="5222880"/>
            <a:ext cx="43920" cy="25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Shape 27"/>
          <p:cNvSpPr/>
          <p:nvPr/>
        </p:nvSpPr>
        <p:spPr>
          <a:xfrm>
            <a:off x="1131840" y="5248440"/>
            <a:ext cx="43920" cy="24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Shape 28"/>
          <p:cNvSpPr/>
          <p:nvPr/>
        </p:nvSpPr>
        <p:spPr>
          <a:xfrm>
            <a:off x="1175760" y="5272920"/>
            <a:ext cx="43920" cy="23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Shape 29"/>
          <p:cNvSpPr/>
          <p:nvPr/>
        </p:nvSpPr>
        <p:spPr>
          <a:xfrm>
            <a:off x="1219680" y="5295960"/>
            <a:ext cx="43920" cy="21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Shape 30"/>
          <p:cNvSpPr/>
          <p:nvPr/>
        </p:nvSpPr>
        <p:spPr>
          <a:xfrm>
            <a:off x="1263600" y="5317560"/>
            <a:ext cx="43920" cy="20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Shape 31"/>
          <p:cNvSpPr/>
          <p:nvPr/>
        </p:nvSpPr>
        <p:spPr>
          <a:xfrm>
            <a:off x="1307520" y="5338080"/>
            <a:ext cx="43920" cy="19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Shape 32"/>
          <p:cNvSpPr/>
          <p:nvPr/>
        </p:nvSpPr>
        <p:spPr>
          <a:xfrm>
            <a:off x="1351440" y="5357160"/>
            <a:ext cx="43920" cy="17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Shape 33"/>
          <p:cNvSpPr/>
          <p:nvPr/>
        </p:nvSpPr>
        <p:spPr>
          <a:xfrm>
            <a:off x="1395360" y="5374800"/>
            <a:ext cx="43560" cy="16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Shape 34"/>
          <p:cNvSpPr/>
          <p:nvPr/>
        </p:nvSpPr>
        <p:spPr>
          <a:xfrm>
            <a:off x="1438920" y="5391360"/>
            <a:ext cx="43920" cy="15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Shape 35"/>
          <p:cNvSpPr/>
          <p:nvPr/>
        </p:nvSpPr>
        <p:spPr>
          <a:xfrm>
            <a:off x="1482840" y="5406480"/>
            <a:ext cx="43920" cy="14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Shape 36"/>
          <p:cNvSpPr/>
          <p:nvPr/>
        </p:nvSpPr>
        <p:spPr>
          <a:xfrm>
            <a:off x="1526760" y="5420520"/>
            <a:ext cx="43920" cy="12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Shape 37"/>
          <p:cNvSpPr/>
          <p:nvPr/>
        </p:nvSpPr>
        <p:spPr>
          <a:xfrm>
            <a:off x="1570680" y="5432760"/>
            <a:ext cx="43920" cy="11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Shape 38"/>
          <p:cNvSpPr/>
          <p:nvPr/>
        </p:nvSpPr>
        <p:spPr>
          <a:xfrm>
            <a:off x="1614600" y="5443920"/>
            <a:ext cx="43920" cy="10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Shape 39"/>
          <p:cNvSpPr/>
          <p:nvPr/>
        </p:nvSpPr>
        <p:spPr>
          <a:xfrm>
            <a:off x="1658520" y="5454000"/>
            <a:ext cx="43920" cy="8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Shape 40"/>
          <p:cNvSpPr/>
          <p:nvPr/>
        </p:nvSpPr>
        <p:spPr>
          <a:xfrm>
            <a:off x="1702440" y="5462640"/>
            <a:ext cx="43920" cy="7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Shape 41"/>
          <p:cNvSpPr/>
          <p:nvPr/>
        </p:nvSpPr>
        <p:spPr>
          <a:xfrm>
            <a:off x="1746360" y="5469840"/>
            <a:ext cx="4392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Shape 42"/>
          <p:cNvSpPr/>
          <p:nvPr/>
        </p:nvSpPr>
        <p:spPr>
          <a:xfrm>
            <a:off x="1790280" y="5475600"/>
            <a:ext cx="439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Shape 43"/>
          <p:cNvSpPr/>
          <p:nvPr/>
        </p:nvSpPr>
        <p:spPr>
          <a:xfrm>
            <a:off x="1834200" y="5480280"/>
            <a:ext cx="43920" cy="3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Shape 44"/>
          <p:cNvSpPr/>
          <p:nvPr/>
        </p:nvSpPr>
        <p:spPr>
          <a:xfrm>
            <a:off x="1878120" y="5483520"/>
            <a:ext cx="439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Shape 45"/>
          <p:cNvSpPr/>
          <p:nvPr/>
        </p:nvSpPr>
        <p:spPr>
          <a:xfrm>
            <a:off x="1922040" y="5485680"/>
            <a:ext cx="43920" cy="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Shape 46"/>
          <p:cNvSpPr/>
          <p:nvPr/>
        </p:nvSpPr>
        <p:spPr>
          <a:xfrm flipV="1">
            <a:off x="1965960" y="5485680"/>
            <a:ext cx="43560" cy="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Shape 47"/>
          <p:cNvSpPr/>
          <p:nvPr/>
        </p:nvSpPr>
        <p:spPr>
          <a:xfrm flipV="1">
            <a:off x="2009520" y="5483520"/>
            <a:ext cx="439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Shape 48"/>
          <p:cNvSpPr/>
          <p:nvPr/>
        </p:nvSpPr>
        <p:spPr>
          <a:xfrm flipV="1">
            <a:off x="2053440" y="5480280"/>
            <a:ext cx="43920" cy="3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Shape 49"/>
          <p:cNvSpPr/>
          <p:nvPr/>
        </p:nvSpPr>
        <p:spPr>
          <a:xfrm flipV="1">
            <a:off x="2097360" y="5475600"/>
            <a:ext cx="439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Shape 50"/>
          <p:cNvSpPr/>
          <p:nvPr/>
        </p:nvSpPr>
        <p:spPr>
          <a:xfrm flipV="1">
            <a:off x="2141280" y="5469840"/>
            <a:ext cx="4392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Shape 51"/>
          <p:cNvSpPr/>
          <p:nvPr/>
        </p:nvSpPr>
        <p:spPr>
          <a:xfrm flipV="1">
            <a:off x="2185200" y="5462640"/>
            <a:ext cx="43920" cy="7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Shape 52"/>
          <p:cNvSpPr/>
          <p:nvPr/>
        </p:nvSpPr>
        <p:spPr>
          <a:xfrm flipV="1">
            <a:off x="2229120" y="5454000"/>
            <a:ext cx="43920" cy="8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Shape 53"/>
          <p:cNvSpPr/>
          <p:nvPr/>
        </p:nvSpPr>
        <p:spPr>
          <a:xfrm flipV="1">
            <a:off x="2273040" y="5443920"/>
            <a:ext cx="43920" cy="10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Shape 54"/>
          <p:cNvSpPr/>
          <p:nvPr/>
        </p:nvSpPr>
        <p:spPr>
          <a:xfrm flipV="1">
            <a:off x="2316960" y="5432760"/>
            <a:ext cx="43920" cy="11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Shape 55"/>
          <p:cNvSpPr/>
          <p:nvPr/>
        </p:nvSpPr>
        <p:spPr>
          <a:xfrm flipV="1">
            <a:off x="2360880" y="5420520"/>
            <a:ext cx="43920" cy="12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Shape 56"/>
          <p:cNvSpPr/>
          <p:nvPr/>
        </p:nvSpPr>
        <p:spPr>
          <a:xfrm flipV="1">
            <a:off x="2404800" y="5406480"/>
            <a:ext cx="43920" cy="14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Shape 57"/>
          <p:cNvSpPr/>
          <p:nvPr/>
        </p:nvSpPr>
        <p:spPr>
          <a:xfrm flipV="1">
            <a:off x="2448720" y="5391360"/>
            <a:ext cx="43920" cy="15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Shape 58"/>
          <p:cNvSpPr/>
          <p:nvPr/>
        </p:nvSpPr>
        <p:spPr>
          <a:xfrm flipV="1">
            <a:off x="2492640" y="5374800"/>
            <a:ext cx="43560" cy="16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Shape 59"/>
          <p:cNvSpPr/>
          <p:nvPr/>
        </p:nvSpPr>
        <p:spPr>
          <a:xfrm flipV="1">
            <a:off x="2536200" y="5357160"/>
            <a:ext cx="43920" cy="17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Shape 60"/>
          <p:cNvSpPr/>
          <p:nvPr/>
        </p:nvSpPr>
        <p:spPr>
          <a:xfrm flipV="1">
            <a:off x="2580120" y="5338080"/>
            <a:ext cx="43920" cy="19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Shape 61"/>
          <p:cNvSpPr/>
          <p:nvPr/>
        </p:nvSpPr>
        <p:spPr>
          <a:xfrm flipV="1">
            <a:off x="2624040" y="5317560"/>
            <a:ext cx="43920" cy="20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Shape 62"/>
          <p:cNvSpPr/>
          <p:nvPr/>
        </p:nvSpPr>
        <p:spPr>
          <a:xfrm flipV="1">
            <a:off x="2667960" y="5295960"/>
            <a:ext cx="43920" cy="21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Shape 63"/>
          <p:cNvSpPr/>
          <p:nvPr/>
        </p:nvSpPr>
        <p:spPr>
          <a:xfrm flipV="1">
            <a:off x="2711880" y="5272920"/>
            <a:ext cx="43920" cy="23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Shape 64"/>
          <p:cNvSpPr/>
          <p:nvPr/>
        </p:nvSpPr>
        <p:spPr>
          <a:xfrm flipV="1">
            <a:off x="2755800" y="5248440"/>
            <a:ext cx="43920" cy="24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Shape 65"/>
          <p:cNvSpPr/>
          <p:nvPr/>
        </p:nvSpPr>
        <p:spPr>
          <a:xfrm flipV="1">
            <a:off x="2799720" y="5222880"/>
            <a:ext cx="43920" cy="25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Shape 66"/>
          <p:cNvSpPr/>
          <p:nvPr/>
        </p:nvSpPr>
        <p:spPr>
          <a:xfrm flipV="1">
            <a:off x="2843640" y="5195880"/>
            <a:ext cx="43920" cy="27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Shape 67"/>
          <p:cNvSpPr/>
          <p:nvPr/>
        </p:nvSpPr>
        <p:spPr>
          <a:xfrm flipV="1">
            <a:off x="2887560" y="5167440"/>
            <a:ext cx="43920" cy="28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Shape 68"/>
          <p:cNvSpPr/>
          <p:nvPr/>
        </p:nvSpPr>
        <p:spPr>
          <a:xfrm flipV="1">
            <a:off x="2931480" y="5137920"/>
            <a:ext cx="43920" cy="29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Shape 69"/>
          <p:cNvSpPr/>
          <p:nvPr/>
        </p:nvSpPr>
        <p:spPr>
          <a:xfrm flipV="1">
            <a:off x="2975400" y="5106960"/>
            <a:ext cx="43920" cy="30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Shape 70"/>
          <p:cNvSpPr/>
          <p:nvPr/>
        </p:nvSpPr>
        <p:spPr>
          <a:xfrm flipV="1">
            <a:off x="3019320" y="5074920"/>
            <a:ext cx="43920" cy="32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Shape 71"/>
          <p:cNvSpPr/>
          <p:nvPr/>
        </p:nvSpPr>
        <p:spPr>
          <a:xfrm flipV="1">
            <a:off x="3063240" y="5041080"/>
            <a:ext cx="43560" cy="33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Shape 72"/>
          <p:cNvSpPr/>
          <p:nvPr/>
        </p:nvSpPr>
        <p:spPr>
          <a:xfrm flipV="1">
            <a:off x="3106800" y="5006160"/>
            <a:ext cx="43920" cy="34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080" rIns="90000" bIns="-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Shape 73"/>
          <p:cNvSpPr/>
          <p:nvPr/>
        </p:nvSpPr>
        <p:spPr>
          <a:xfrm flipV="1">
            <a:off x="3150720" y="4970160"/>
            <a:ext cx="43920" cy="36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Shape 74"/>
          <p:cNvSpPr/>
          <p:nvPr/>
        </p:nvSpPr>
        <p:spPr>
          <a:xfrm flipV="1">
            <a:off x="3194640" y="4932360"/>
            <a:ext cx="43920" cy="37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Shape 75"/>
          <p:cNvSpPr/>
          <p:nvPr/>
        </p:nvSpPr>
        <p:spPr>
          <a:xfrm flipV="1">
            <a:off x="3238560" y="4893840"/>
            <a:ext cx="43920" cy="38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Shape 76"/>
          <p:cNvSpPr/>
          <p:nvPr/>
        </p:nvSpPr>
        <p:spPr>
          <a:xfrm flipV="1">
            <a:off x="3282480" y="4853520"/>
            <a:ext cx="43920" cy="40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680" rIns="90000" bIns="-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Shape 77"/>
          <p:cNvSpPr/>
          <p:nvPr/>
        </p:nvSpPr>
        <p:spPr>
          <a:xfrm flipV="1">
            <a:off x="3326400" y="4812120"/>
            <a:ext cx="43920" cy="41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" rIns="90000" bIns="-3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Shape 78"/>
          <p:cNvSpPr/>
          <p:nvPr/>
        </p:nvSpPr>
        <p:spPr>
          <a:xfrm flipV="1">
            <a:off x="3370320" y="4769280"/>
            <a:ext cx="43920" cy="42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Shape 79"/>
          <p:cNvSpPr/>
          <p:nvPr/>
        </p:nvSpPr>
        <p:spPr>
          <a:xfrm flipV="1">
            <a:off x="3414240" y="4725000"/>
            <a:ext cx="43920" cy="44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Shape 80"/>
          <p:cNvSpPr/>
          <p:nvPr/>
        </p:nvSpPr>
        <p:spPr>
          <a:xfrm flipV="1">
            <a:off x="3458160" y="4679640"/>
            <a:ext cx="43920" cy="453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Shape 81"/>
          <p:cNvSpPr/>
          <p:nvPr/>
        </p:nvSpPr>
        <p:spPr>
          <a:xfrm flipV="1">
            <a:off x="3502080" y="4632840"/>
            <a:ext cx="43920" cy="46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Shape 82"/>
          <p:cNvSpPr/>
          <p:nvPr/>
        </p:nvSpPr>
        <p:spPr>
          <a:xfrm flipV="1">
            <a:off x="3546000" y="4584960"/>
            <a:ext cx="43920" cy="47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Shape 83"/>
          <p:cNvSpPr/>
          <p:nvPr/>
        </p:nvSpPr>
        <p:spPr>
          <a:xfrm flipV="1">
            <a:off x="3589920" y="4535640"/>
            <a:ext cx="43560" cy="49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Shape 84"/>
          <p:cNvSpPr/>
          <p:nvPr/>
        </p:nvSpPr>
        <p:spPr>
          <a:xfrm flipV="1">
            <a:off x="3633480" y="4484880"/>
            <a:ext cx="43920" cy="50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Shape 85"/>
          <p:cNvSpPr/>
          <p:nvPr/>
        </p:nvSpPr>
        <p:spPr>
          <a:xfrm flipV="1">
            <a:off x="3677400" y="4432680"/>
            <a:ext cx="43920" cy="52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Shape 86"/>
          <p:cNvSpPr/>
          <p:nvPr/>
        </p:nvSpPr>
        <p:spPr>
          <a:xfrm flipV="1">
            <a:off x="3721320" y="4379400"/>
            <a:ext cx="43920" cy="53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280" rIns="90000" bIns="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Shape 87"/>
          <p:cNvSpPr/>
          <p:nvPr/>
        </p:nvSpPr>
        <p:spPr>
          <a:xfrm flipV="1">
            <a:off x="3765240" y="4324680"/>
            <a:ext cx="43920" cy="54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Shape 88"/>
          <p:cNvSpPr/>
          <p:nvPr/>
        </p:nvSpPr>
        <p:spPr>
          <a:xfrm flipV="1">
            <a:off x="3809160" y="4268880"/>
            <a:ext cx="43920" cy="55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Shape 89"/>
          <p:cNvSpPr/>
          <p:nvPr/>
        </p:nvSpPr>
        <p:spPr>
          <a:xfrm flipV="1">
            <a:off x="3853080" y="4211640"/>
            <a:ext cx="43920" cy="57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Shape 90"/>
          <p:cNvSpPr/>
          <p:nvPr/>
        </p:nvSpPr>
        <p:spPr>
          <a:xfrm flipV="1">
            <a:off x="3897000" y="4152960"/>
            <a:ext cx="43920" cy="58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Shape 91"/>
          <p:cNvSpPr/>
          <p:nvPr/>
        </p:nvSpPr>
        <p:spPr>
          <a:xfrm flipV="1">
            <a:off x="3940920" y="4093200"/>
            <a:ext cx="43920" cy="59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Shape 92"/>
          <p:cNvSpPr/>
          <p:nvPr/>
        </p:nvSpPr>
        <p:spPr>
          <a:xfrm flipV="1">
            <a:off x="3984840" y="4032000"/>
            <a:ext cx="43920" cy="61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Shape 93"/>
          <p:cNvSpPr/>
          <p:nvPr/>
        </p:nvSpPr>
        <p:spPr>
          <a:xfrm flipV="1">
            <a:off x="4028760" y="3969360"/>
            <a:ext cx="43920" cy="62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Shape 94"/>
          <p:cNvSpPr/>
          <p:nvPr/>
        </p:nvSpPr>
        <p:spPr>
          <a:xfrm flipV="1">
            <a:off x="4072680" y="3905640"/>
            <a:ext cx="43920" cy="63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Shape 95"/>
          <p:cNvSpPr/>
          <p:nvPr/>
        </p:nvSpPr>
        <p:spPr>
          <a:xfrm flipV="1">
            <a:off x="4116600" y="3840480"/>
            <a:ext cx="43920" cy="65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160" rIns="90000" bIns="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Shape 96"/>
          <p:cNvSpPr/>
          <p:nvPr/>
        </p:nvSpPr>
        <p:spPr>
          <a:xfrm flipV="1">
            <a:off x="4160520" y="3773880"/>
            <a:ext cx="43560" cy="66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Shape 97"/>
          <p:cNvSpPr/>
          <p:nvPr/>
        </p:nvSpPr>
        <p:spPr>
          <a:xfrm flipV="1">
            <a:off x="4204080" y="3705840"/>
            <a:ext cx="43920" cy="68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040" rIns="90000" bIns="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Shape 98"/>
          <p:cNvSpPr/>
          <p:nvPr/>
        </p:nvSpPr>
        <p:spPr>
          <a:xfrm flipV="1">
            <a:off x="4248000" y="3636720"/>
            <a:ext cx="43920" cy="69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120" rIns="90000" bIns="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Shape 99"/>
          <p:cNvSpPr/>
          <p:nvPr/>
        </p:nvSpPr>
        <p:spPr>
          <a:xfrm flipV="1">
            <a:off x="4291920" y="3566520"/>
            <a:ext cx="43920" cy="70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0" rIns="90000" bIns="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Shape 100"/>
          <p:cNvSpPr/>
          <p:nvPr/>
        </p:nvSpPr>
        <p:spPr>
          <a:xfrm flipV="1">
            <a:off x="4335840" y="3494520"/>
            <a:ext cx="43920" cy="72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Shape 101"/>
          <p:cNvSpPr/>
          <p:nvPr/>
        </p:nvSpPr>
        <p:spPr>
          <a:xfrm flipV="1">
            <a:off x="4379760" y="3421440"/>
            <a:ext cx="43920" cy="73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Shape 102"/>
          <p:cNvSpPr/>
          <p:nvPr/>
        </p:nvSpPr>
        <p:spPr>
          <a:xfrm flipV="1">
            <a:off x="4423680" y="3347280"/>
            <a:ext cx="43920" cy="74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160" rIns="90000" bIns="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Shape 103"/>
          <p:cNvSpPr/>
          <p:nvPr/>
        </p:nvSpPr>
        <p:spPr>
          <a:xfrm flipV="1">
            <a:off x="4467600" y="3271320"/>
            <a:ext cx="43920" cy="75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960" rIns="90000" bIns="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Shape 104"/>
          <p:cNvSpPr/>
          <p:nvPr/>
        </p:nvSpPr>
        <p:spPr>
          <a:xfrm flipV="1">
            <a:off x="4511520" y="3194280"/>
            <a:ext cx="43920" cy="77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040" rIns="90000" bIns="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Shape 105"/>
          <p:cNvSpPr/>
          <p:nvPr/>
        </p:nvSpPr>
        <p:spPr>
          <a:xfrm flipV="1">
            <a:off x="4555440" y="3116160"/>
            <a:ext cx="43920" cy="78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3120" rIns="90000" bIns="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Shape 106"/>
          <p:cNvSpPr/>
          <p:nvPr/>
        </p:nvSpPr>
        <p:spPr>
          <a:xfrm flipV="1">
            <a:off x="4599360" y="3036600"/>
            <a:ext cx="43920" cy="79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560" rIns="90000" bIns="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Shape 107"/>
          <p:cNvSpPr/>
          <p:nvPr/>
        </p:nvSpPr>
        <p:spPr>
          <a:xfrm flipV="1">
            <a:off x="4643280" y="2955600"/>
            <a:ext cx="43920" cy="81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0" rIns="90000" bIns="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Shape 108"/>
          <p:cNvSpPr/>
          <p:nvPr/>
        </p:nvSpPr>
        <p:spPr>
          <a:xfrm flipV="1">
            <a:off x="4687200" y="2873160"/>
            <a:ext cx="43560" cy="82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Shape 109"/>
          <p:cNvSpPr/>
          <p:nvPr/>
        </p:nvSpPr>
        <p:spPr>
          <a:xfrm flipV="1">
            <a:off x="4730760" y="2789640"/>
            <a:ext cx="43920" cy="83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520" rIns="90000" bIns="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Shape 110"/>
          <p:cNvSpPr/>
          <p:nvPr/>
        </p:nvSpPr>
        <p:spPr>
          <a:xfrm flipV="1">
            <a:off x="4774680" y="2704680"/>
            <a:ext cx="43920" cy="84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9960" rIns="90000" bIns="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Shape 111"/>
          <p:cNvSpPr/>
          <p:nvPr/>
        </p:nvSpPr>
        <p:spPr>
          <a:xfrm flipV="1">
            <a:off x="4818600" y="2618280"/>
            <a:ext cx="43920" cy="86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1400" rIns="90000" bIns="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Shape 112"/>
          <p:cNvSpPr/>
          <p:nvPr/>
        </p:nvSpPr>
        <p:spPr>
          <a:xfrm flipV="1">
            <a:off x="4862520" y="2530800"/>
            <a:ext cx="43920" cy="87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Shape 113"/>
          <p:cNvSpPr/>
          <p:nvPr/>
        </p:nvSpPr>
        <p:spPr>
          <a:xfrm flipV="1">
            <a:off x="4906440" y="2441880"/>
            <a:ext cx="43920" cy="88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920" rIns="90000" bIns="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Shape 114"/>
          <p:cNvSpPr/>
          <p:nvPr/>
        </p:nvSpPr>
        <p:spPr>
          <a:xfrm flipV="1">
            <a:off x="4950360" y="2351880"/>
            <a:ext cx="43920" cy="90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Shape 115"/>
          <p:cNvSpPr/>
          <p:nvPr/>
        </p:nvSpPr>
        <p:spPr>
          <a:xfrm flipV="1">
            <a:off x="4994280" y="2260080"/>
            <a:ext cx="43920" cy="91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Shape 116"/>
          <p:cNvSpPr/>
          <p:nvPr/>
        </p:nvSpPr>
        <p:spPr>
          <a:xfrm flipV="1">
            <a:off x="5038200" y="2167560"/>
            <a:ext cx="43920" cy="92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Shape 117"/>
          <p:cNvSpPr/>
          <p:nvPr/>
        </p:nvSpPr>
        <p:spPr>
          <a:xfrm flipV="1">
            <a:off x="5082120" y="2073240"/>
            <a:ext cx="43920" cy="94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Shape 118"/>
          <p:cNvSpPr/>
          <p:nvPr/>
        </p:nvSpPr>
        <p:spPr>
          <a:xfrm flipV="1">
            <a:off x="5126040" y="1977840"/>
            <a:ext cx="43920" cy="95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Shape 119"/>
          <p:cNvSpPr/>
          <p:nvPr/>
        </p:nvSpPr>
        <p:spPr>
          <a:xfrm flipV="1">
            <a:off x="5169960" y="1881000"/>
            <a:ext cx="43920" cy="96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Shape 120"/>
          <p:cNvSpPr/>
          <p:nvPr/>
        </p:nvSpPr>
        <p:spPr>
          <a:xfrm flipV="1">
            <a:off x="2514600" y="1783080"/>
            <a:ext cx="2743200" cy="4114800"/>
          </a:xfrm>
          <a:prstGeom prst="line">
            <a:avLst/>
          </a:prstGeom>
          <a:ln w="317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Shape 121"/>
          <p:cNvSpPr/>
          <p:nvPr/>
        </p:nvSpPr>
        <p:spPr>
          <a:xfrm flipV="1">
            <a:off x="2331720" y="1783080"/>
            <a:ext cx="3657600" cy="4114800"/>
          </a:xfrm>
          <a:prstGeom prst="line">
            <a:avLst/>
          </a:prstGeom>
          <a:ln w="3175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Shape 122"/>
          <p:cNvSpPr/>
          <p:nvPr/>
        </p:nvSpPr>
        <p:spPr>
          <a:xfrm flipV="1">
            <a:off x="1965960" y="2606040"/>
            <a:ext cx="4389120" cy="329184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Shape 123"/>
          <p:cNvSpPr/>
          <p:nvPr/>
        </p:nvSpPr>
        <p:spPr>
          <a:xfrm>
            <a:off x="3008520" y="5020200"/>
            <a:ext cx="109440" cy="109440"/>
          </a:xfrm>
          <a:prstGeom prst="ellipse">
            <a:avLst/>
          </a:prstGeom>
          <a:solidFill>
            <a:srgbClr val="1B1B20"/>
          </a:solidFill>
          <a:ln w="1270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9" name="Shape 124"/>
          <p:cNvSpPr/>
          <p:nvPr/>
        </p:nvSpPr>
        <p:spPr>
          <a:xfrm>
            <a:off x="5203080" y="172836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0" name="Shape 125"/>
          <p:cNvSpPr/>
          <p:nvPr/>
        </p:nvSpPr>
        <p:spPr>
          <a:xfrm>
            <a:off x="4105800" y="3785760"/>
            <a:ext cx="109440" cy="109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Text 126"/>
          <p:cNvSpPr/>
          <p:nvPr/>
        </p:nvSpPr>
        <p:spPr>
          <a:xfrm>
            <a:off x="978480" y="20710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secant to x=3: slope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Text 127"/>
          <p:cNvSpPr/>
          <p:nvPr/>
        </p:nvSpPr>
        <p:spPr>
          <a:xfrm>
            <a:off x="978480" y="244152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7860F"/>
                </a:solidFill>
                <a:effectLst/>
                <a:uFillTx/>
                <a:latin typeface="Cantarell"/>
                <a:ea typeface="Cantarell"/>
              </a:rPr>
              <a:t>secant to x=2: slope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Text 128"/>
          <p:cNvSpPr/>
          <p:nvPr/>
        </p:nvSpPr>
        <p:spPr>
          <a:xfrm>
            <a:off x="978480" y="281196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tangent at x=1: slope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Shape 129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Text 130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Squeeze the gap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f(x) = x² at x = 1.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Secant through x = 3: slope 4. Through x = 2: slope 3.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As the second point slides toward x = 1, the slope settles at 2.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That limit of slopes is the derivative f′(1) = 2.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Derivative: Formal Definition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derivative is a limit of slopes over a shrinking gap h.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Notations: f′(x), dy/dx and d/dx f(x) all mean the same thing.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is itself a function: plug in any x, get the slope there.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2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3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definition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f′(x) = lim   [ f(x + h) − f(x) ] / 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     h → 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notations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f′(x)  =  dy/dx  =  d/dx f(x)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meaning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f′(a) = slope of the tangent at x = 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= how fast f changes at x = 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Derivative of x² from the Definition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f(x) = x²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[ f(x+h) − f(x) ] / 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= [ (x+h)² − x² ] / 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= [ x² + 2xh + h² − x² ] / 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= [ 2xh + h² ] / 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= 2x + 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Let h → 0:   f′(x) = 2x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x = 1 the slope is 2  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sp.symbols("x")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print(sp.diff(x**2, x))     # 2*x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print(sp.diff(x**3, x))     # 3*x**2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numerical derivative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f(x): return x **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h = 1e-5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print((f(1 + h) - f(1)) / h)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2.00001  ≈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the Slope Tells You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Shape 4"/>
          <p:cNvSpPr/>
          <p:nvPr/>
        </p:nvSpPr>
        <p:spPr>
          <a:xfrm flipV="1">
            <a:off x="187452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Shape 5"/>
          <p:cNvSpPr/>
          <p:nvPr/>
        </p:nvSpPr>
        <p:spPr>
          <a:xfrm flipV="1">
            <a:off x="29260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Shape 6"/>
          <p:cNvSpPr/>
          <p:nvPr/>
        </p:nvSpPr>
        <p:spPr>
          <a:xfrm flipV="1">
            <a:off x="397764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Shape 7"/>
          <p:cNvSpPr/>
          <p:nvPr/>
        </p:nvSpPr>
        <p:spPr>
          <a:xfrm flipV="1">
            <a:off x="502920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Shape 8"/>
          <p:cNvSpPr/>
          <p:nvPr/>
        </p:nvSpPr>
        <p:spPr>
          <a:xfrm flipV="1">
            <a:off x="608076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Shape 9"/>
          <p:cNvSpPr/>
          <p:nvPr/>
        </p:nvSpPr>
        <p:spPr>
          <a:xfrm flipV="1">
            <a:off x="713232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Shape 10"/>
          <p:cNvSpPr/>
          <p:nvPr/>
        </p:nvSpPr>
        <p:spPr>
          <a:xfrm>
            <a:off x="822960" y="589788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Shape 11"/>
          <p:cNvSpPr/>
          <p:nvPr/>
        </p:nvSpPr>
        <p:spPr>
          <a:xfrm>
            <a:off x="822960" y="507492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Shape 12"/>
          <p:cNvSpPr/>
          <p:nvPr/>
        </p:nvSpPr>
        <p:spPr>
          <a:xfrm>
            <a:off x="822960" y="466344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Shape 13"/>
          <p:cNvSpPr/>
          <p:nvPr/>
        </p:nvSpPr>
        <p:spPr>
          <a:xfrm>
            <a:off x="822960" y="425196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Shape 14"/>
          <p:cNvSpPr/>
          <p:nvPr/>
        </p:nvSpPr>
        <p:spPr>
          <a:xfrm>
            <a:off x="822960" y="384048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Shape 15"/>
          <p:cNvSpPr/>
          <p:nvPr/>
        </p:nvSpPr>
        <p:spPr>
          <a:xfrm>
            <a:off x="822960" y="342900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Shape 16"/>
          <p:cNvSpPr/>
          <p:nvPr/>
        </p:nvSpPr>
        <p:spPr>
          <a:xfrm>
            <a:off x="822960" y="301752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Shape 17"/>
          <p:cNvSpPr/>
          <p:nvPr/>
        </p:nvSpPr>
        <p:spPr>
          <a:xfrm>
            <a:off x="822960" y="260604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Shape 18"/>
          <p:cNvSpPr/>
          <p:nvPr/>
        </p:nvSpPr>
        <p:spPr>
          <a:xfrm>
            <a:off x="822960" y="219456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Shape 19"/>
          <p:cNvSpPr/>
          <p:nvPr/>
        </p:nvSpPr>
        <p:spPr>
          <a:xfrm>
            <a:off x="822960" y="1783080"/>
            <a:ext cx="630936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Shape 20"/>
          <p:cNvSpPr/>
          <p:nvPr/>
        </p:nvSpPr>
        <p:spPr>
          <a:xfrm flipV="1">
            <a:off x="822960" y="1783080"/>
            <a:ext cx="360" cy="41148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Shape 21"/>
          <p:cNvSpPr/>
          <p:nvPr/>
        </p:nvSpPr>
        <p:spPr>
          <a:xfrm>
            <a:off x="822960" y="5486400"/>
            <a:ext cx="630936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Shape 22"/>
          <p:cNvSpPr/>
          <p:nvPr/>
        </p:nvSpPr>
        <p:spPr>
          <a:xfrm>
            <a:off x="822960" y="1783080"/>
            <a:ext cx="41760" cy="97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Shape 23"/>
          <p:cNvSpPr/>
          <p:nvPr/>
        </p:nvSpPr>
        <p:spPr>
          <a:xfrm>
            <a:off x="864720" y="1881000"/>
            <a:ext cx="42120" cy="96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Shape 24"/>
          <p:cNvSpPr/>
          <p:nvPr/>
        </p:nvSpPr>
        <p:spPr>
          <a:xfrm>
            <a:off x="906840" y="1977840"/>
            <a:ext cx="42120" cy="95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Shape 25"/>
          <p:cNvSpPr/>
          <p:nvPr/>
        </p:nvSpPr>
        <p:spPr>
          <a:xfrm>
            <a:off x="948960" y="2073240"/>
            <a:ext cx="42120" cy="94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Shape 26"/>
          <p:cNvSpPr/>
          <p:nvPr/>
        </p:nvSpPr>
        <p:spPr>
          <a:xfrm>
            <a:off x="991080" y="2167560"/>
            <a:ext cx="42120" cy="92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Shape 27"/>
          <p:cNvSpPr/>
          <p:nvPr/>
        </p:nvSpPr>
        <p:spPr>
          <a:xfrm>
            <a:off x="1033200" y="2260080"/>
            <a:ext cx="42120" cy="91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Shape 28"/>
          <p:cNvSpPr/>
          <p:nvPr/>
        </p:nvSpPr>
        <p:spPr>
          <a:xfrm>
            <a:off x="1075320" y="2351880"/>
            <a:ext cx="41760" cy="90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Shape 29"/>
          <p:cNvSpPr/>
          <p:nvPr/>
        </p:nvSpPr>
        <p:spPr>
          <a:xfrm>
            <a:off x="1117080" y="2441880"/>
            <a:ext cx="42120" cy="88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920" rIns="90000" bIns="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Shape 30"/>
          <p:cNvSpPr/>
          <p:nvPr/>
        </p:nvSpPr>
        <p:spPr>
          <a:xfrm>
            <a:off x="1159200" y="2530800"/>
            <a:ext cx="42120" cy="87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Shape 31"/>
          <p:cNvSpPr/>
          <p:nvPr/>
        </p:nvSpPr>
        <p:spPr>
          <a:xfrm>
            <a:off x="1201320" y="2618280"/>
            <a:ext cx="42120" cy="86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1400" rIns="90000" bIns="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Shape 32"/>
          <p:cNvSpPr/>
          <p:nvPr/>
        </p:nvSpPr>
        <p:spPr>
          <a:xfrm>
            <a:off x="1243440" y="2704680"/>
            <a:ext cx="42120" cy="84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9960" rIns="90000" bIns="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Shape 33"/>
          <p:cNvSpPr/>
          <p:nvPr/>
        </p:nvSpPr>
        <p:spPr>
          <a:xfrm>
            <a:off x="1285560" y="2789640"/>
            <a:ext cx="42120" cy="83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520" rIns="90000" bIns="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Shape 34"/>
          <p:cNvSpPr/>
          <p:nvPr/>
        </p:nvSpPr>
        <p:spPr>
          <a:xfrm>
            <a:off x="1327680" y="2873160"/>
            <a:ext cx="41760" cy="82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Shape 35"/>
          <p:cNvSpPr/>
          <p:nvPr/>
        </p:nvSpPr>
        <p:spPr>
          <a:xfrm>
            <a:off x="1369440" y="2955600"/>
            <a:ext cx="42120" cy="81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0" rIns="90000" bIns="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Shape 36"/>
          <p:cNvSpPr/>
          <p:nvPr/>
        </p:nvSpPr>
        <p:spPr>
          <a:xfrm>
            <a:off x="1411560" y="3036600"/>
            <a:ext cx="42120" cy="79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560" rIns="90000" bIns="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Shape 37"/>
          <p:cNvSpPr/>
          <p:nvPr/>
        </p:nvSpPr>
        <p:spPr>
          <a:xfrm>
            <a:off x="1453680" y="3116160"/>
            <a:ext cx="42120" cy="78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3120" rIns="90000" bIns="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Shape 38"/>
          <p:cNvSpPr/>
          <p:nvPr/>
        </p:nvSpPr>
        <p:spPr>
          <a:xfrm>
            <a:off x="1495800" y="3194280"/>
            <a:ext cx="42120" cy="77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040" rIns="90000" bIns="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Shape 39"/>
          <p:cNvSpPr/>
          <p:nvPr/>
        </p:nvSpPr>
        <p:spPr>
          <a:xfrm>
            <a:off x="1537920" y="3271320"/>
            <a:ext cx="42120" cy="75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960" rIns="90000" bIns="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Shape 40"/>
          <p:cNvSpPr/>
          <p:nvPr/>
        </p:nvSpPr>
        <p:spPr>
          <a:xfrm>
            <a:off x="1580040" y="3347280"/>
            <a:ext cx="41760" cy="74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160" rIns="90000" bIns="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Shape 41"/>
          <p:cNvSpPr/>
          <p:nvPr/>
        </p:nvSpPr>
        <p:spPr>
          <a:xfrm>
            <a:off x="1621800" y="3421440"/>
            <a:ext cx="42120" cy="73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Shape 42"/>
          <p:cNvSpPr/>
          <p:nvPr/>
        </p:nvSpPr>
        <p:spPr>
          <a:xfrm>
            <a:off x="1663920" y="3494520"/>
            <a:ext cx="42120" cy="72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Shape 43"/>
          <p:cNvSpPr/>
          <p:nvPr/>
        </p:nvSpPr>
        <p:spPr>
          <a:xfrm>
            <a:off x="1706040" y="3566520"/>
            <a:ext cx="42120" cy="70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0" rIns="90000" bIns="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Shape 44"/>
          <p:cNvSpPr/>
          <p:nvPr/>
        </p:nvSpPr>
        <p:spPr>
          <a:xfrm>
            <a:off x="1748160" y="3636720"/>
            <a:ext cx="42120" cy="69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120" rIns="90000" bIns="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Shape 45"/>
          <p:cNvSpPr/>
          <p:nvPr/>
        </p:nvSpPr>
        <p:spPr>
          <a:xfrm>
            <a:off x="1790280" y="3705840"/>
            <a:ext cx="42120" cy="68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040" rIns="90000" bIns="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Shape 46"/>
          <p:cNvSpPr/>
          <p:nvPr/>
        </p:nvSpPr>
        <p:spPr>
          <a:xfrm>
            <a:off x="1832400" y="3773880"/>
            <a:ext cx="42120" cy="66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Shape 47"/>
          <p:cNvSpPr/>
          <p:nvPr/>
        </p:nvSpPr>
        <p:spPr>
          <a:xfrm>
            <a:off x="1874520" y="3840480"/>
            <a:ext cx="41760" cy="65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160" rIns="90000" bIns="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Shape 48"/>
          <p:cNvSpPr/>
          <p:nvPr/>
        </p:nvSpPr>
        <p:spPr>
          <a:xfrm>
            <a:off x="1916280" y="3905640"/>
            <a:ext cx="42120" cy="63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Shape 49"/>
          <p:cNvSpPr/>
          <p:nvPr/>
        </p:nvSpPr>
        <p:spPr>
          <a:xfrm>
            <a:off x="1958400" y="3969360"/>
            <a:ext cx="42120" cy="62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Shape 50"/>
          <p:cNvSpPr/>
          <p:nvPr/>
        </p:nvSpPr>
        <p:spPr>
          <a:xfrm>
            <a:off x="2000520" y="4032000"/>
            <a:ext cx="42120" cy="61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Shape 51"/>
          <p:cNvSpPr/>
          <p:nvPr/>
        </p:nvSpPr>
        <p:spPr>
          <a:xfrm>
            <a:off x="2042640" y="4093200"/>
            <a:ext cx="42120" cy="59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Shape 52"/>
          <p:cNvSpPr/>
          <p:nvPr/>
        </p:nvSpPr>
        <p:spPr>
          <a:xfrm>
            <a:off x="2084760" y="4152960"/>
            <a:ext cx="42120" cy="58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Shape 53"/>
          <p:cNvSpPr/>
          <p:nvPr/>
        </p:nvSpPr>
        <p:spPr>
          <a:xfrm>
            <a:off x="2126880" y="4211640"/>
            <a:ext cx="41760" cy="57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Shape 54"/>
          <p:cNvSpPr/>
          <p:nvPr/>
        </p:nvSpPr>
        <p:spPr>
          <a:xfrm>
            <a:off x="2168640" y="4268880"/>
            <a:ext cx="42120" cy="55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Shape 55"/>
          <p:cNvSpPr/>
          <p:nvPr/>
        </p:nvSpPr>
        <p:spPr>
          <a:xfrm>
            <a:off x="2210760" y="4324680"/>
            <a:ext cx="42120" cy="54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Shape 56"/>
          <p:cNvSpPr/>
          <p:nvPr/>
        </p:nvSpPr>
        <p:spPr>
          <a:xfrm>
            <a:off x="2252880" y="4379400"/>
            <a:ext cx="42120" cy="53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280" rIns="90000" bIns="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Shape 57"/>
          <p:cNvSpPr/>
          <p:nvPr/>
        </p:nvSpPr>
        <p:spPr>
          <a:xfrm>
            <a:off x="2295000" y="4432680"/>
            <a:ext cx="42120" cy="52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Shape 58"/>
          <p:cNvSpPr/>
          <p:nvPr/>
        </p:nvSpPr>
        <p:spPr>
          <a:xfrm>
            <a:off x="2337120" y="4484880"/>
            <a:ext cx="42120" cy="50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Shape 59"/>
          <p:cNvSpPr/>
          <p:nvPr/>
        </p:nvSpPr>
        <p:spPr>
          <a:xfrm>
            <a:off x="2379240" y="4535640"/>
            <a:ext cx="41760" cy="49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Shape 60"/>
          <p:cNvSpPr/>
          <p:nvPr/>
        </p:nvSpPr>
        <p:spPr>
          <a:xfrm>
            <a:off x="2421000" y="4584960"/>
            <a:ext cx="42120" cy="47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Shape 61"/>
          <p:cNvSpPr/>
          <p:nvPr/>
        </p:nvSpPr>
        <p:spPr>
          <a:xfrm>
            <a:off x="2463120" y="4632840"/>
            <a:ext cx="42120" cy="46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Shape 62"/>
          <p:cNvSpPr/>
          <p:nvPr/>
        </p:nvSpPr>
        <p:spPr>
          <a:xfrm>
            <a:off x="2505240" y="4679640"/>
            <a:ext cx="42120" cy="453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Shape 63"/>
          <p:cNvSpPr/>
          <p:nvPr/>
        </p:nvSpPr>
        <p:spPr>
          <a:xfrm>
            <a:off x="2547360" y="4725000"/>
            <a:ext cx="42120" cy="44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Shape 64"/>
          <p:cNvSpPr/>
          <p:nvPr/>
        </p:nvSpPr>
        <p:spPr>
          <a:xfrm>
            <a:off x="2589480" y="4769280"/>
            <a:ext cx="42120" cy="42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Shape 65"/>
          <p:cNvSpPr/>
          <p:nvPr/>
        </p:nvSpPr>
        <p:spPr>
          <a:xfrm>
            <a:off x="2631600" y="4812120"/>
            <a:ext cx="41760" cy="41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" rIns="90000" bIns="-3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Shape 66"/>
          <p:cNvSpPr/>
          <p:nvPr/>
        </p:nvSpPr>
        <p:spPr>
          <a:xfrm>
            <a:off x="2673360" y="4853520"/>
            <a:ext cx="42120" cy="40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680" rIns="90000" bIns="-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Shape 67"/>
          <p:cNvSpPr/>
          <p:nvPr/>
        </p:nvSpPr>
        <p:spPr>
          <a:xfrm>
            <a:off x="2715480" y="4893840"/>
            <a:ext cx="42120" cy="38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Shape 68"/>
          <p:cNvSpPr/>
          <p:nvPr/>
        </p:nvSpPr>
        <p:spPr>
          <a:xfrm>
            <a:off x="2757600" y="4932360"/>
            <a:ext cx="42120" cy="37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Shape 69"/>
          <p:cNvSpPr/>
          <p:nvPr/>
        </p:nvSpPr>
        <p:spPr>
          <a:xfrm>
            <a:off x="2799720" y="4970160"/>
            <a:ext cx="42120" cy="36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Shape 70"/>
          <p:cNvSpPr/>
          <p:nvPr/>
        </p:nvSpPr>
        <p:spPr>
          <a:xfrm>
            <a:off x="2841840" y="5006160"/>
            <a:ext cx="42120" cy="34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080" rIns="90000" bIns="-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Shape 71"/>
          <p:cNvSpPr/>
          <p:nvPr/>
        </p:nvSpPr>
        <p:spPr>
          <a:xfrm>
            <a:off x="2883960" y="5041080"/>
            <a:ext cx="42120" cy="33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Shape 72"/>
          <p:cNvSpPr/>
          <p:nvPr/>
        </p:nvSpPr>
        <p:spPr>
          <a:xfrm>
            <a:off x="2926080" y="5074920"/>
            <a:ext cx="41760" cy="32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Shape 73"/>
          <p:cNvSpPr/>
          <p:nvPr/>
        </p:nvSpPr>
        <p:spPr>
          <a:xfrm>
            <a:off x="2967840" y="5106960"/>
            <a:ext cx="42120" cy="30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Shape 74"/>
          <p:cNvSpPr/>
          <p:nvPr/>
        </p:nvSpPr>
        <p:spPr>
          <a:xfrm>
            <a:off x="3009960" y="5137920"/>
            <a:ext cx="42120" cy="29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Shape 75"/>
          <p:cNvSpPr/>
          <p:nvPr/>
        </p:nvSpPr>
        <p:spPr>
          <a:xfrm>
            <a:off x="3052080" y="5167440"/>
            <a:ext cx="42120" cy="28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Shape 76"/>
          <p:cNvSpPr/>
          <p:nvPr/>
        </p:nvSpPr>
        <p:spPr>
          <a:xfrm>
            <a:off x="3094200" y="5195880"/>
            <a:ext cx="42120" cy="27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7" name="Shape 77"/>
          <p:cNvSpPr/>
          <p:nvPr/>
        </p:nvSpPr>
        <p:spPr>
          <a:xfrm>
            <a:off x="3136320" y="5222880"/>
            <a:ext cx="42120" cy="25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Shape 78"/>
          <p:cNvSpPr/>
          <p:nvPr/>
        </p:nvSpPr>
        <p:spPr>
          <a:xfrm>
            <a:off x="3178440" y="5248440"/>
            <a:ext cx="41760" cy="24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Shape 79"/>
          <p:cNvSpPr/>
          <p:nvPr/>
        </p:nvSpPr>
        <p:spPr>
          <a:xfrm>
            <a:off x="3220200" y="5272920"/>
            <a:ext cx="42120" cy="23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Shape 80"/>
          <p:cNvSpPr/>
          <p:nvPr/>
        </p:nvSpPr>
        <p:spPr>
          <a:xfrm>
            <a:off x="3262320" y="5295960"/>
            <a:ext cx="42120" cy="21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Shape 81"/>
          <p:cNvSpPr/>
          <p:nvPr/>
        </p:nvSpPr>
        <p:spPr>
          <a:xfrm>
            <a:off x="3304440" y="5317560"/>
            <a:ext cx="42120" cy="20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Shape 82"/>
          <p:cNvSpPr/>
          <p:nvPr/>
        </p:nvSpPr>
        <p:spPr>
          <a:xfrm>
            <a:off x="3346560" y="5338080"/>
            <a:ext cx="42120" cy="19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Shape 83"/>
          <p:cNvSpPr/>
          <p:nvPr/>
        </p:nvSpPr>
        <p:spPr>
          <a:xfrm>
            <a:off x="3388680" y="5357160"/>
            <a:ext cx="42120" cy="17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Shape 84"/>
          <p:cNvSpPr/>
          <p:nvPr/>
        </p:nvSpPr>
        <p:spPr>
          <a:xfrm>
            <a:off x="3430800" y="5374800"/>
            <a:ext cx="41760" cy="16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Shape 85"/>
          <p:cNvSpPr/>
          <p:nvPr/>
        </p:nvSpPr>
        <p:spPr>
          <a:xfrm>
            <a:off x="3472560" y="5391360"/>
            <a:ext cx="42120" cy="15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6" name="Shape 86"/>
          <p:cNvSpPr/>
          <p:nvPr/>
        </p:nvSpPr>
        <p:spPr>
          <a:xfrm>
            <a:off x="3514680" y="5406480"/>
            <a:ext cx="42120" cy="14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Shape 87"/>
          <p:cNvSpPr/>
          <p:nvPr/>
        </p:nvSpPr>
        <p:spPr>
          <a:xfrm>
            <a:off x="3556800" y="5420520"/>
            <a:ext cx="42120" cy="12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8" name="Shape 88"/>
          <p:cNvSpPr/>
          <p:nvPr/>
        </p:nvSpPr>
        <p:spPr>
          <a:xfrm>
            <a:off x="3598920" y="5432760"/>
            <a:ext cx="42120" cy="11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9" name="Shape 89"/>
          <p:cNvSpPr/>
          <p:nvPr/>
        </p:nvSpPr>
        <p:spPr>
          <a:xfrm>
            <a:off x="3641040" y="5443920"/>
            <a:ext cx="42120" cy="10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Shape 90"/>
          <p:cNvSpPr/>
          <p:nvPr/>
        </p:nvSpPr>
        <p:spPr>
          <a:xfrm>
            <a:off x="3683160" y="5454000"/>
            <a:ext cx="41760" cy="8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Shape 91"/>
          <p:cNvSpPr/>
          <p:nvPr/>
        </p:nvSpPr>
        <p:spPr>
          <a:xfrm>
            <a:off x="3724920" y="5462640"/>
            <a:ext cx="42120" cy="7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2" name="Shape 92"/>
          <p:cNvSpPr/>
          <p:nvPr/>
        </p:nvSpPr>
        <p:spPr>
          <a:xfrm>
            <a:off x="3767040" y="5469840"/>
            <a:ext cx="4212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Shape 93"/>
          <p:cNvSpPr/>
          <p:nvPr/>
        </p:nvSpPr>
        <p:spPr>
          <a:xfrm>
            <a:off x="3809160" y="5475600"/>
            <a:ext cx="421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Shape 94"/>
          <p:cNvSpPr/>
          <p:nvPr/>
        </p:nvSpPr>
        <p:spPr>
          <a:xfrm>
            <a:off x="3851280" y="5480280"/>
            <a:ext cx="42120" cy="3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Shape 95"/>
          <p:cNvSpPr/>
          <p:nvPr/>
        </p:nvSpPr>
        <p:spPr>
          <a:xfrm>
            <a:off x="3893400" y="5483520"/>
            <a:ext cx="421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Shape 96"/>
          <p:cNvSpPr/>
          <p:nvPr/>
        </p:nvSpPr>
        <p:spPr>
          <a:xfrm>
            <a:off x="3935520" y="5485680"/>
            <a:ext cx="42120" cy="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Shape 97"/>
          <p:cNvSpPr/>
          <p:nvPr/>
        </p:nvSpPr>
        <p:spPr>
          <a:xfrm flipV="1">
            <a:off x="3977640" y="5485680"/>
            <a:ext cx="41760" cy="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Shape 98"/>
          <p:cNvSpPr/>
          <p:nvPr/>
        </p:nvSpPr>
        <p:spPr>
          <a:xfrm flipV="1">
            <a:off x="4019400" y="5483520"/>
            <a:ext cx="421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Shape 99"/>
          <p:cNvSpPr/>
          <p:nvPr/>
        </p:nvSpPr>
        <p:spPr>
          <a:xfrm flipV="1">
            <a:off x="4061520" y="5480280"/>
            <a:ext cx="42120" cy="3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Shape 100"/>
          <p:cNvSpPr/>
          <p:nvPr/>
        </p:nvSpPr>
        <p:spPr>
          <a:xfrm flipV="1">
            <a:off x="4103640" y="5475600"/>
            <a:ext cx="421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1" name="Shape 101"/>
          <p:cNvSpPr/>
          <p:nvPr/>
        </p:nvSpPr>
        <p:spPr>
          <a:xfrm flipV="1">
            <a:off x="4145760" y="5469840"/>
            <a:ext cx="4212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Shape 102"/>
          <p:cNvSpPr/>
          <p:nvPr/>
        </p:nvSpPr>
        <p:spPr>
          <a:xfrm flipV="1">
            <a:off x="4187880" y="5462640"/>
            <a:ext cx="42120" cy="7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Shape 103"/>
          <p:cNvSpPr/>
          <p:nvPr/>
        </p:nvSpPr>
        <p:spPr>
          <a:xfrm flipV="1">
            <a:off x="4230000" y="5454000"/>
            <a:ext cx="41760" cy="8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4" name="Shape 104"/>
          <p:cNvSpPr/>
          <p:nvPr/>
        </p:nvSpPr>
        <p:spPr>
          <a:xfrm flipV="1">
            <a:off x="4271760" y="5443920"/>
            <a:ext cx="42120" cy="10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Shape 105"/>
          <p:cNvSpPr/>
          <p:nvPr/>
        </p:nvSpPr>
        <p:spPr>
          <a:xfrm flipV="1">
            <a:off x="4313880" y="5432760"/>
            <a:ext cx="42120" cy="11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Shape 106"/>
          <p:cNvSpPr/>
          <p:nvPr/>
        </p:nvSpPr>
        <p:spPr>
          <a:xfrm flipV="1">
            <a:off x="4356000" y="5420520"/>
            <a:ext cx="42120" cy="12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Shape 107"/>
          <p:cNvSpPr/>
          <p:nvPr/>
        </p:nvSpPr>
        <p:spPr>
          <a:xfrm flipV="1">
            <a:off x="4398120" y="5406480"/>
            <a:ext cx="42120" cy="14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Shape 108"/>
          <p:cNvSpPr/>
          <p:nvPr/>
        </p:nvSpPr>
        <p:spPr>
          <a:xfrm flipV="1">
            <a:off x="4440240" y="5391360"/>
            <a:ext cx="42120" cy="15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Shape 109"/>
          <p:cNvSpPr/>
          <p:nvPr/>
        </p:nvSpPr>
        <p:spPr>
          <a:xfrm flipV="1">
            <a:off x="4482360" y="5374800"/>
            <a:ext cx="41760" cy="16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Shape 110"/>
          <p:cNvSpPr/>
          <p:nvPr/>
        </p:nvSpPr>
        <p:spPr>
          <a:xfrm flipV="1">
            <a:off x="4524120" y="5357160"/>
            <a:ext cx="42120" cy="17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Shape 111"/>
          <p:cNvSpPr/>
          <p:nvPr/>
        </p:nvSpPr>
        <p:spPr>
          <a:xfrm flipV="1">
            <a:off x="4566240" y="5338080"/>
            <a:ext cx="42120" cy="19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Shape 112"/>
          <p:cNvSpPr/>
          <p:nvPr/>
        </p:nvSpPr>
        <p:spPr>
          <a:xfrm flipV="1">
            <a:off x="4608360" y="5317560"/>
            <a:ext cx="42120" cy="20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Shape 113"/>
          <p:cNvSpPr/>
          <p:nvPr/>
        </p:nvSpPr>
        <p:spPr>
          <a:xfrm flipV="1">
            <a:off x="4650480" y="5295960"/>
            <a:ext cx="42120" cy="21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Shape 114"/>
          <p:cNvSpPr/>
          <p:nvPr/>
        </p:nvSpPr>
        <p:spPr>
          <a:xfrm flipV="1">
            <a:off x="4692600" y="5272920"/>
            <a:ext cx="42120" cy="23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Shape 115"/>
          <p:cNvSpPr/>
          <p:nvPr/>
        </p:nvSpPr>
        <p:spPr>
          <a:xfrm flipV="1">
            <a:off x="4734720" y="5248440"/>
            <a:ext cx="41760" cy="24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Shape 116"/>
          <p:cNvSpPr/>
          <p:nvPr/>
        </p:nvSpPr>
        <p:spPr>
          <a:xfrm flipV="1">
            <a:off x="4776480" y="5222880"/>
            <a:ext cx="42120" cy="25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Shape 117"/>
          <p:cNvSpPr/>
          <p:nvPr/>
        </p:nvSpPr>
        <p:spPr>
          <a:xfrm flipV="1">
            <a:off x="4818600" y="5195880"/>
            <a:ext cx="42120" cy="27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Shape 118"/>
          <p:cNvSpPr/>
          <p:nvPr/>
        </p:nvSpPr>
        <p:spPr>
          <a:xfrm flipV="1">
            <a:off x="4860720" y="5167440"/>
            <a:ext cx="42120" cy="28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Shape 119"/>
          <p:cNvSpPr/>
          <p:nvPr/>
        </p:nvSpPr>
        <p:spPr>
          <a:xfrm flipV="1">
            <a:off x="4902840" y="5137920"/>
            <a:ext cx="42120" cy="29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Shape 120"/>
          <p:cNvSpPr/>
          <p:nvPr/>
        </p:nvSpPr>
        <p:spPr>
          <a:xfrm flipV="1">
            <a:off x="4944960" y="5106960"/>
            <a:ext cx="42120" cy="30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Shape 121"/>
          <p:cNvSpPr/>
          <p:nvPr/>
        </p:nvSpPr>
        <p:spPr>
          <a:xfrm flipV="1">
            <a:off x="4987080" y="5074920"/>
            <a:ext cx="42120" cy="32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Shape 122"/>
          <p:cNvSpPr/>
          <p:nvPr/>
        </p:nvSpPr>
        <p:spPr>
          <a:xfrm flipV="1">
            <a:off x="5029200" y="5041080"/>
            <a:ext cx="41760" cy="33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Shape 123"/>
          <p:cNvSpPr/>
          <p:nvPr/>
        </p:nvSpPr>
        <p:spPr>
          <a:xfrm flipV="1">
            <a:off x="5070960" y="5006160"/>
            <a:ext cx="42120" cy="34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080" rIns="90000" bIns="-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Shape 124"/>
          <p:cNvSpPr/>
          <p:nvPr/>
        </p:nvSpPr>
        <p:spPr>
          <a:xfrm flipV="1">
            <a:off x="5113080" y="4970160"/>
            <a:ext cx="42120" cy="36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Shape 125"/>
          <p:cNvSpPr/>
          <p:nvPr/>
        </p:nvSpPr>
        <p:spPr>
          <a:xfrm flipV="1">
            <a:off x="5155200" y="4932360"/>
            <a:ext cx="42120" cy="37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Shape 126"/>
          <p:cNvSpPr/>
          <p:nvPr/>
        </p:nvSpPr>
        <p:spPr>
          <a:xfrm flipV="1">
            <a:off x="5197320" y="4893840"/>
            <a:ext cx="42120" cy="38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Shape 127"/>
          <p:cNvSpPr/>
          <p:nvPr/>
        </p:nvSpPr>
        <p:spPr>
          <a:xfrm flipV="1">
            <a:off x="5239440" y="4853520"/>
            <a:ext cx="42120" cy="40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680" rIns="90000" bIns="-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Shape 128"/>
          <p:cNvSpPr/>
          <p:nvPr/>
        </p:nvSpPr>
        <p:spPr>
          <a:xfrm flipV="1">
            <a:off x="5281560" y="4812120"/>
            <a:ext cx="41760" cy="41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" rIns="90000" bIns="-3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Shape 129"/>
          <p:cNvSpPr/>
          <p:nvPr/>
        </p:nvSpPr>
        <p:spPr>
          <a:xfrm flipV="1">
            <a:off x="5323320" y="4769280"/>
            <a:ext cx="42120" cy="42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Shape 130"/>
          <p:cNvSpPr/>
          <p:nvPr/>
        </p:nvSpPr>
        <p:spPr>
          <a:xfrm flipV="1">
            <a:off x="5365440" y="4725000"/>
            <a:ext cx="42120" cy="44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Shape 131"/>
          <p:cNvSpPr/>
          <p:nvPr/>
        </p:nvSpPr>
        <p:spPr>
          <a:xfrm flipV="1">
            <a:off x="5407560" y="4679640"/>
            <a:ext cx="42120" cy="453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Shape 132"/>
          <p:cNvSpPr/>
          <p:nvPr/>
        </p:nvSpPr>
        <p:spPr>
          <a:xfrm flipV="1">
            <a:off x="5449680" y="4632840"/>
            <a:ext cx="42120" cy="46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Shape 133"/>
          <p:cNvSpPr/>
          <p:nvPr/>
        </p:nvSpPr>
        <p:spPr>
          <a:xfrm flipV="1">
            <a:off x="5491800" y="4584960"/>
            <a:ext cx="42120" cy="47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Shape 134"/>
          <p:cNvSpPr/>
          <p:nvPr/>
        </p:nvSpPr>
        <p:spPr>
          <a:xfrm flipV="1">
            <a:off x="5533920" y="4535640"/>
            <a:ext cx="41760" cy="49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Shape 135"/>
          <p:cNvSpPr/>
          <p:nvPr/>
        </p:nvSpPr>
        <p:spPr>
          <a:xfrm flipV="1">
            <a:off x="5575680" y="4484880"/>
            <a:ext cx="42120" cy="50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Shape 136"/>
          <p:cNvSpPr/>
          <p:nvPr/>
        </p:nvSpPr>
        <p:spPr>
          <a:xfrm flipV="1">
            <a:off x="5617800" y="4432680"/>
            <a:ext cx="42120" cy="52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7" name="Shape 137"/>
          <p:cNvSpPr/>
          <p:nvPr/>
        </p:nvSpPr>
        <p:spPr>
          <a:xfrm flipV="1">
            <a:off x="5659920" y="4379400"/>
            <a:ext cx="42120" cy="53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280" rIns="90000" bIns="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Shape 138"/>
          <p:cNvSpPr/>
          <p:nvPr/>
        </p:nvSpPr>
        <p:spPr>
          <a:xfrm flipV="1">
            <a:off x="5702040" y="4324680"/>
            <a:ext cx="42120" cy="54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Shape 139"/>
          <p:cNvSpPr/>
          <p:nvPr/>
        </p:nvSpPr>
        <p:spPr>
          <a:xfrm flipV="1">
            <a:off x="5744160" y="4268880"/>
            <a:ext cx="42120" cy="55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Shape 140"/>
          <p:cNvSpPr/>
          <p:nvPr/>
        </p:nvSpPr>
        <p:spPr>
          <a:xfrm flipV="1">
            <a:off x="5786280" y="4211640"/>
            <a:ext cx="41760" cy="57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Shape 141"/>
          <p:cNvSpPr/>
          <p:nvPr/>
        </p:nvSpPr>
        <p:spPr>
          <a:xfrm flipV="1">
            <a:off x="5828040" y="4152960"/>
            <a:ext cx="42120" cy="58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Shape 142"/>
          <p:cNvSpPr/>
          <p:nvPr/>
        </p:nvSpPr>
        <p:spPr>
          <a:xfrm flipV="1">
            <a:off x="5870160" y="4093200"/>
            <a:ext cx="42120" cy="59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Shape 143"/>
          <p:cNvSpPr/>
          <p:nvPr/>
        </p:nvSpPr>
        <p:spPr>
          <a:xfrm flipV="1">
            <a:off x="5912280" y="4032000"/>
            <a:ext cx="42120" cy="61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Shape 144"/>
          <p:cNvSpPr/>
          <p:nvPr/>
        </p:nvSpPr>
        <p:spPr>
          <a:xfrm flipV="1">
            <a:off x="5954400" y="3969360"/>
            <a:ext cx="42120" cy="62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Shape 145"/>
          <p:cNvSpPr/>
          <p:nvPr/>
        </p:nvSpPr>
        <p:spPr>
          <a:xfrm flipV="1">
            <a:off x="5996520" y="3905640"/>
            <a:ext cx="42120" cy="63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6" name="Shape 146"/>
          <p:cNvSpPr/>
          <p:nvPr/>
        </p:nvSpPr>
        <p:spPr>
          <a:xfrm flipV="1">
            <a:off x="6038640" y="3840480"/>
            <a:ext cx="42120" cy="65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160" rIns="90000" bIns="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Shape 147"/>
          <p:cNvSpPr/>
          <p:nvPr/>
        </p:nvSpPr>
        <p:spPr>
          <a:xfrm flipV="1">
            <a:off x="6080760" y="3773880"/>
            <a:ext cx="41760" cy="66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Shape 148"/>
          <p:cNvSpPr/>
          <p:nvPr/>
        </p:nvSpPr>
        <p:spPr>
          <a:xfrm flipV="1">
            <a:off x="6122520" y="3705840"/>
            <a:ext cx="42120" cy="68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040" rIns="90000" bIns="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9" name="Shape 149"/>
          <p:cNvSpPr/>
          <p:nvPr/>
        </p:nvSpPr>
        <p:spPr>
          <a:xfrm flipV="1">
            <a:off x="6164640" y="3636720"/>
            <a:ext cx="42120" cy="69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120" rIns="90000" bIns="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Shape 150"/>
          <p:cNvSpPr/>
          <p:nvPr/>
        </p:nvSpPr>
        <p:spPr>
          <a:xfrm flipV="1">
            <a:off x="6206760" y="3566520"/>
            <a:ext cx="42120" cy="70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0" rIns="90000" bIns="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Shape 151"/>
          <p:cNvSpPr/>
          <p:nvPr/>
        </p:nvSpPr>
        <p:spPr>
          <a:xfrm flipV="1">
            <a:off x="6248880" y="3494520"/>
            <a:ext cx="42120" cy="72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Shape 152"/>
          <p:cNvSpPr/>
          <p:nvPr/>
        </p:nvSpPr>
        <p:spPr>
          <a:xfrm flipV="1">
            <a:off x="6291000" y="3421440"/>
            <a:ext cx="42120" cy="73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Shape 153"/>
          <p:cNvSpPr/>
          <p:nvPr/>
        </p:nvSpPr>
        <p:spPr>
          <a:xfrm flipV="1">
            <a:off x="6333120" y="3347280"/>
            <a:ext cx="41760" cy="74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160" rIns="90000" bIns="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Shape 154"/>
          <p:cNvSpPr/>
          <p:nvPr/>
        </p:nvSpPr>
        <p:spPr>
          <a:xfrm flipV="1">
            <a:off x="6374880" y="3271320"/>
            <a:ext cx="42120" cy="75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960" rIns="90000" bIns="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5" name="Shape 155"/>
          <p:cNvSpPr/>
          <p:nvPr/>
        </p:nvSpPr>
        <p:spPr>
          <a:xfrm flipV="1">
            <a:off x="6417000" y="3194280"/>
            <a:ext cx="42120" cy="77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040" rIns="90000" bIns="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Shape 156"/>
          <p:cNvSpPr/>
          <p:nvPr/>
        </p:nvSpPr>
        <p:spPr>
          <a:xfrm flipV="1">
            <a:off x="6459120" y="3116160"/>
            <a:ext cx="42120" cy="78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3120" rIns="90000" bIns="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Shape 157"/>
          <p:cNvSpPr/>
          <p:nvPr/>
        </p:nvSpPr>
        <p:spPr>
          <a:xfrm flipV="1">
            <a:off x="6501240" y="3036600"/>
            <a:ext cx="42120" cy="79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560" rIns="90000" bIns="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8" name="Shape 158"/>
          <p:cNvSpPr/>
          <p:nvPr/>
        </p:nvSpPr>
        <p:spPr>
          <a:xfrm flipV="1">
            <a:off x="6543360" y="2955600"/>
            <a:ext cx="42120" cy="81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0" rIns="90000" bIns="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Shape 159"/>
          <p:cNvSpPr/>
          <p:nvPr/>
        </p:nvSpPr>
        <p:spPr>
          <a:xfrm flipV="1">
            <a:off x="6585480" y="2873160"/>
            <a:ext cx="41760" cy="82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Shape 160"/>
          <p:cNvSpPr/>
          <p:nvPr/>
        </p:nvSpPr>
        <p:spPr>
          <a:xfrm flipV="1">
            <a:off x="6627240" y="2789640"/>
            <a:ext cx="42120" cy="83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520" rIns="90000" bIns="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1" name="Shape 161"/>
          <p:cNvSpPr/>
          <p:nvPr/>
        </p:nvSpPr>
        <p:spPr>
          <a:xfrm flipV="1">
            <a:off x="6669360" y="2704680"/>
            <a:ext cx="42120" cy="84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9960" rIns="90000" bIns="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Shape 162"/>
          <p:cNvSpPr/>
          <p:nvPr/>
        </p:nvSpPr>
        <p:spPr>
          <a:xfrm flipV="1">
            <a:off x="6711480" y="2618280"/>
            <a:ext cx="42120" cy="86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1400" rIns="90000" bIns="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Shape 163"/>
          <p:cNvSpPr/>
          <p:nvPr/>
        </p:nvSpPr>
        <p:spPr>
          <a:xfrm flipV="1">
            <a:off x="6753600" y="2530800"/>
            <a:ext cx="42120" cy="87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4" name="Shape 164"/>
          <p:cNvSpPr/>
          <p:nvPr/>
        </p:nvSpPr>
        <p:spPr>
          <a:xfrm flipV="1">
            <a:off x="6795720" y="2441880"/>
            <a:ext cx="42120" cy="88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920" rIns="90000" bIns="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5" name="Shape 165"/>
          <p:cNvSpPr/>
          <p:nvPr/>
        </p:nvSpPr>
        <p:spPr>
          <a:xfrm flipV="1">
            <a:off x="6837840" y="2351880"/>
            <a:ext cx="41760" cy="90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6" name="Shape 166"/>
          <p:cNvSpPr/>
          <p:nvPr/>
        </p:nvSpPr>
        <p:spPr>
          <a:xfrm flipV="1">
            <a:off x="6879600" y="2260080"/>
            <a:ext cx="42120" cy="91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7" name="Shape 167"/>
          <p:cNvSpPr/>
          <p:nvPr/>
        </p:nvSpPr>
        <p:spPr>
          <a:xfrm flipV="1">
            <a:off x="6921720" y="2167560"/>
            <a:ext cx="42120" cy="92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Shape 168"/>
          <p:cNvSpPr/>
          <p:nvPr/>
        </p:nvSpPr>
        <p:spPr>
          <a:xfrm flipV="1">
            <a:off x="6963840" y="2073240"/>
            <a:ext cx="42120" cy="94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Shape 169"/>
          <p:cNvSpPr/>
          <p:nvPr/>
        </p:nvSpPr>
        <p:spPr>
          <a:xfrm flipV="1">
            <a:off x="7005960" y="1977840"/>
            <a:ext cx="42120" cy="95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0" name="Shape 170"/>
          <p:cNvSpPr/>
          <p:nvPr/>
        </p:nvSpPr>
        <p:spPr>
          <a:xfrm flipV="1">
            <a:off x="7048080" y="1881000"/>
            <a:ext cx="42120" cy="96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1" name="Shape 171"/>
          <p:cNvSpPr/>
          <p:nvPr/>
        </p:nvSpPr>
        <p:spPr>
          <a:xfrm>
            <a:off x="1085760" y="2606040"/>
            <a:ext cx="1577160" cy="2468880"/>
          </a:xfrm>
          <a:prstGeom prst="line">
            <a:avLst/>
          </a:prstGeom>
          <a:ln w="381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Shape 172"/>
          <p:cNvSpPr/>
          <p:nvPr/>
        </p:nvSpPr>
        <p:spPr>
          <a:xfrm>
            <a:off x="1819800" y="378576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3" name="Shape 173"/>
          <p:cNvSpPr/>
          <p:nvPr/>
        </p:nvSpPr>
        <p:spPr>
          <a:xfrm>
            <a:off x="3188880" y="5486400"/>
            <a:ext cx="1577160" cy="360"/>
          </a:xfrm>
          <a:prstGeom prst="line">
            <a:avLst/>
          </a:prstGeom>
          <a:ln w="381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4" name="Shape 174"/>
          <p:cNvSpPr/>
          <p:nvPr/>
        </p:nvSpPr>
        <p:spPr>
          <a:xfrm>
            <a:off x="3922920" y="543168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5" name="Shape 175"/>
          <p:cNvSpPr/>
          <p:nvPr/>
        </p:nvSpPr>
        <p:spPr>
          <a:xfrm flipV="1">
            <a:off x="5292000" y="2606040"/>
            <a:ext cx="1577160" cy="2468880"/>
          </a:xfrm>
          <a:prstGeom prst="line">
            <a:avLst/>
          </a:prstGeom>
          <a:ln w="381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6" name="Shape 176"/>
          <p:cNvSpPr/>
          <p:nvPr/>
        </p:nvSpPr>
        <p:spPr>
          <a:xfrm>
            <a:off x="6026040" y="378576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7" name="Text 177"/>
          <p:cNvSpPr/>
          <p:nvPr/>
        </p:nvSpPr>
        <p:spPr>
          <a:xfrm>
            <a:off x="2240280" y="26470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slope −4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8" name="Text 178"/>
          <p:cNvSpPr/>
          <p:nvPr/>
        </p:nvSpPr>
        <p:spPr>
          <a:xfrm>
            <a:off x="3611880" y="49104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slope 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9" name="Text 179"/>
          <p:cNvSpPr/>
          <p:nvPr/>
        </p:nvSpPr>
        <p:spPr>
          <a:xfrm>
            <a:off x="4709160" y="26470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slope +4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Text 180"/>
          <p:cNvSpPr/>
          <p:nvPr/>
        </p:nvSpPr>
        <p:spPr>
          <a:xfrm>
            <a:off x="1033200" y="19890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L(w) = (w − 3)²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1" name="Shape 181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2" name="Text 182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Slope = a compass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Slope negative → the loss falls as w increases: move right.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Slope positive → the loss rises as w increases: move left.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Slope zero → a flat spot: here, the minimum.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Gradient descent is built on this compass.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6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Derivative = Sensitivity of the Loss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7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8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9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Loss L(w) = (w − 3)²,  derivative L′(w) = 2(w − 3)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w = 1:  L′ = 2(−2) = −4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Loss falls as w grows  → increase w.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w = 5:  L′ = 2(2) = +4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Loss rises as w grows → decrease w.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w = 3:  L′ = 0 → minimum.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Size of the slope = how sensitive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the loss is to a tiny change in w.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1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2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3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L(w):  return (w - 3) **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dL(w): return 2 * (w - 3)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for w in (1, 3, 5):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print(w, L(w), dL(w))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  4  -4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3  0   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5  4  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sanity check with a tiny nudge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print((L(1.001) - L(1)) / 0.001)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-3.999  ≈ -4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Teaser: Walk Downhill with the Derivative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Rule: new w = w − 0.1 · L′(w)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(move AGAINST the slope)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Start w =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L′(0) = −6 → w = 0 + 0.6 = 0.6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L′(0.6) = −4.8 → w = 1.08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L′(1.08) = −3.84 → w = 1.464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We creep toward w = 3, the minimum.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Full story: the Gradient Descent deck.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w = 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lr = 0.1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for step in range(5):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w = w - lr * 2 * (w - 3)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print(round(w, 4))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0.6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1.08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1.464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1.7712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2.017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Derivatives Do Not Exist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3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4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Trouble spots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6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Corners: |x| at x = 0 — slope jumps from −1 to +1.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Jumps: the step function.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Vertical tangents and breaks.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 continuous → not differentiable.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7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8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9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What ML does about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0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ReLU has a kink at 0; frameworks simply pick a slope (usually 0).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Smooth activations avoid the issue.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Differentiable almost everywhere is good enough.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Rule of thumb: differentiable ⇒ continuous, not the reverse.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4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5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Derivatives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9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0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1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2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slope of f(x) = x² between x = 2 and x = 3 (average rate).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3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5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6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Using f′(x) = 2x, what is the slope of x² at x = 4?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8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9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L(w) = (w − 3)², is the minimum at w = 1, 3 or 5? How can the slope tell you?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4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estimate the derivative of x³ at x = 2 with h = 1e-5, then check with sympy (answer 12).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7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L′(w) = −2 at some w, should you increase or decrease w to reduce the loss?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0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1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2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3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Your Turn: Three Task Sets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4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Estimate it, compute it by hand, then confirm with Python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8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9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0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1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Functions &amp; Limits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2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Use a function and a table.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3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4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5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Define f(x) = (x² − 4)/(x − 2) in Python.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7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8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9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Evaluate it at x = 1.9, 1.99, 1.999, 2.001, 2.01, 2.1.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1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2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4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State the limit as x → 2 and confirm it with sympy.limit.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5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7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8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f(2) itself does not exist.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2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3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4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5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Continuity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6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Look for breaks.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7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9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0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Sketch (or plot) the step, sigmoid and ReLU functions.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2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3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4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Mark where each is continuous and where it is not.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5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6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which of them is the slope zero almost everywhere?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2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3 sentences: why smooth functions are easier to train.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6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7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8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Derivatives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0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From definition to code.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1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3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4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the derivative of f(x) = x² + 3x by the limit definition.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5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6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7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Python function numeric_derivative(f, x, h=1e-5).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9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0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1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2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Test it on x², x³ and 2x² + 3 at several points.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3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4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5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6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your answers to sympy.diff.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Build a Derivative Toolkit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1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3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4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tiny library that finds slopes and minima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numeric_derivative(f, x) using a centred difference.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Apply it to a loss function of your choice, e.g. L(w) = (w − 3)².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Print the slope at 6 different w values and mark which direction to move.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5 sentences: what a derivative measures, how you checked your code, and one limit of numerical derivatives.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Starter Template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0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-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’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2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3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numeric_derivative(f, x, h=1e-5):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(f(x + h) - f(x - h)) / (2*h)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L(w): return (w - 3) ** 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for w in [0, 1, 2, 3, 4, 5]: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s = numeric_derivative(L, w)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move = "right" if s &lt; 0 else "left"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print(w, round(s, 3), move)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w_ = sp.symbols("w")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print(sp.diff((w_ - 3)**2, w_))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7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8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9" name="Text 3"/>
          <p:cNvSpPr/>
          <p:nvPr/>
        </p:nvSpPr>
        <p:spPr>
          <a:xfrm>
            <a:off x="640080" y="12801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CALCULUS I COMPLETE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0" name="Text 4"/>
          <p:cNvSpPr/>
          <p:nvPr/>
        </p:nvSpPr>
        <p:spPr>
          <a:xfrm>
            <a:off x="640080" y="16916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You Can Do Now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1" name="Text 5"/>
          <p:cNvSpPr/>
          <p:nvPr/>
        </p:nvSpPr>
        <p:spPr>
          <a:xfrm>
            <a:off x="640080" y="2834640"/>
            <a:ext cx="10515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Explain what calculus is and where ML and deep learning use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Read and write functions in maths and Python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Estimate and compute limits, including at infinity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Test continuity and explain why smooth activations train better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Define the derivative as a slope and use it as a “which way is downhill” compass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2" name="Text 6"/>
          <p:cNvSpPr/>
          <p:nvPr/>
        </p:nvSpPr>
        <p:spPr>
          <a:xfrm>
            <a:off x="640080" y="52120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Next up — Calculus II: derivative rules, the chain rule, eˣ / ln x / sigmoid, and integrals as area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2026-10-01T10:24:19Z</dcterms:created>
  <dc:creator>PptxGenJS</dc:creator>
  <dc:description/>
  <dc:language>en-US</dc:language>
  <cp:lastModifiedBy/>
  <dcterms:modified xsi:type="dcterms:W3CDTF">2026-10-01T20:31:39Z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50</vt:i4>
  </property>
  <property fmtid="{D5CDD505-2E9C-101B-9397-08002B2CF9AE}" pid="3" name="PresentationFormat">
    <vt:lpwstr>On-screen Show (16:9)</vt:lpwstr>
  </property>
  <property fmtid="{D5CDD505-2E9C-101B-9397-08002B2CF9AE}" pid="4" name="Slides">
    <vt:i4>50</vt:i4>
  </property>
</Properties>
</file>